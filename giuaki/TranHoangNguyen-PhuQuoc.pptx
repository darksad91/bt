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0" r:id="rId4"/>
    <p:sldId id="259" r:id="rId5"/>
    <p:sldId id="258"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0" d="100"/>
          <a:sy n="70" d="100"/>
        </p:scale>
        <p:origin x="73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image" Target="../media/image7.jpg"/><Relationship Id="rId4" Type="http://schemas.openxmlformats.org/officeDocument/2006/relationships/image" Target="../media/image10.jpg"/></Relationships>
</file>

<file path=ppt/diagrams/_rels/drawing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image" Target="../media/image7.jpg"/><Relationship Id="rId4" Type="http://schemas.openxmlformats.org/officeDocument/2006/relationships/image" Target="../media/image10.jp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5F03C2-6CC4-40F8-9136-7226658725FC}" type="doc">
      <dgm:prSet loTypeId="urn:microsoft.com/office/officeart/2005/8/layout/pList1" loCatId="list" qsTypeId="urn:microsoft.com/office/officeart/2005/8/quickstyle/simple1" qsCatId="simple" csTypeId="urn:microsoft.com/office/officeart/2005/8/colors/accent1_2" csCatId="accent1" phldr="1"/>
      <dgm:spPr/>
      <dgm:t>
        <a:bodyPr/>
        <a:lstStyle/>
        <a:p>
          <a:endParaRPr lang="en-US"/>
        </a:p>
      </dgm:t>
    </dgm:pt>
    <dgm:pt modelId="{18150A21-9B1D-4557-8417-DD7A516526A7}">
      <dgm:prSet phldrT="[Text]"/>
      <dgm:spPr/>
      <dgm:t>
        <a:bodyPr/>
        <a:lstStyle/>
        <a:p>
          <a:r>
            <a:rPr lang="en-US" dirty="0" err="1"/>
            <a:t>Bãi</a:t>
          </a:r>
          <a:r>
            <a:rPr lang="en-US" dirty="0"/>
            <a:t> Sao</a:t>
          </a:r>
        </a:p>
      </dgm:t>
    </dgm:pt>
    <dgm:pt modelId="{1F81FBF8-A272-488F-9A60-503B9189F430}" type="parTrans" cxnId="{528E4CAA-FDDB-41DE-B14D-1DF5E0CCBD84}">
      <dgm:prSet/>
      <dgm:spPr/>
      <dgm:t>
        <a:bodyPr/>
        <a:lstStyle/>
        <a:p>
          <a:endParaRPr lang="en-US"/>
        </a:p>
      </dgm:t>
    </dgm:pt>
    <dgm:pt modelId="{8EC1CC68-9C61-4E7B-8BD9-A1AB82304FA9}" type="sibTrans" cxnId="{528E4CAA-FDDB-41DE-B14D-1DF5E0CCBD84}">
      <dgm:prSet/>
      <dgm:spPr/>
      <dgm:t>
        <a:bodyPr/>
        <a:lstStyle/>
        <a:p>
          <a:endParaRPr lang="en-US"/>
        </a:p>
      </dgm:t>
    </dgm:pt>
    <dgm:pt modelId="{80E89759-5654-4900-81EA-8DB074B8ECFC}">
      <dgm:prSet phldrT="[Text]"/>
      <dgm:spPr/>
      <dgm:t>
        <a:bodyPr/>
        <a:lstStyle/>
        <a:p>
          <a:r>
            <a:rPr lang="en-US" dirty="0" err="1"/>
            <a:t>Vinhome</a:t>
          </a:r>
          <a:r>
            <a:rPr lang="en-US" dirty="0"/>
            <a:t> &amp; Safari</a:t>
          </a:r>
        </a:p>
      </dgm:t>
    </dgm:pt>
    <dgm:pt modelId="{B46087ED-A3DF-4BCF-8448-90A358B654BC}" type="parTrans" cxnId="{CA15FBA7-AD06-4558-A9A1-272B878B8FC1}">
      <dgm:prSet/>
      <dgm:spPr/>
      <dgm:t>
        <a:bodyPr/>
        <a:lstStyle/>
        <a:p>
          <a:endParaRPr lang="en-US"/>
        </a:p>
      </dgm:t>
    </dgm:pt>
    <dgm:pt modelId="{1C05DC3F-5ED5-4EB7-A722-8D4AC43812CA}" type="sibTrans" cxnId="{CA15FBA7-AD06-4558-A9A1-272B878B8FC1}">
      <dgm:prSet/>
      <dgm:spPr/>
      <dgm:t>
        <a:bodyPr/>
        <a:lstStyle/>
        <a:p>
          <a:endParaRPr lang="en-US"/>
        </a:p>
      </dgm:t>
    </dgm:pt>
    <dgm:pt modelId="{32522E3E-C49E-472A-8A8D-2088B6F638CF}">
      <dgm:prSet phldrT="[Text]"/>
      <dgm:spPr/>
      <dgm:t>
        <a:bodyPr/>
        <a:lstStyle/>
        <a:p>
          <a:r>
            <a:rPr lang="en-US" dirty="0"/>
            <a:t>Sunset </a:t>
          </a:r>
          <a:r>
            <a:rPr lang="en-US" dirty="0" err="1"/>
            <a:t>Sanato</a:t>
          </a:r>
          <a:endParaRPr lang="en-US" dirty="0"/>
        </a:p>
      </dgm:t>
    </dgm:pt>
    <dgm:pt modelId="{D8A9FDF2-BE98-411A-BA12-6B10B6868943}" type="parTrans" cxnId="{B77B8796-1D69-4C7E-9833-903994AC5EEB}">
      <dgm:prSet/>
      <dgm:spPr/>
      <dgm:t>
        <a:bodyPr/>
        <a:lstStyle/>
        <a:p>
          <a:endParaRPr lang="en-US"/>
        </a:p>
      </dgm:t>
    </dgm:pt>
    <dgm:pt modelId="{CE2145AF-948F-436C-8CD9-30BE97C02F99}" type="sibTrans" cxnId="{B77B8796-1D69-4C7E-9833-903994AC5EEB}">
      <dgm:prSet/>
      <dgm:spPr/>
      <dgm:t>
        <a:bodyPr/>
        <a:lstStyle/>
        <a:p>
          <a:endParaRPr lang="en-US"/>
        </a:p>
      </dgm:t>
    </dgm:pt>
    <dgm:pt modelId="{E1DF2108-2688-4BAA-B804-578DB9E73DD5}">
      <dgm:prSet phldrT="[Text]"/>
      <dgm:spPr/>
      <dgm:t>
        <a:bodyPr/>
        <a:lstStyle/>
        <a:p>
          <a:r>
            <a:rPr lang="en-US" dirty="0" err="1"/>
            <a:t>Cáp</a:t>
          </a:r>
          <a:r>
            <a:rPr lang="en-US" dirty="0"/>
            <a:t> </a:t>
          </a:r>
          <a:r>
            <a:rPr lang="en-US" dirty="0" err="1"/>
            <a:t>treo</a:t>
          </a:r>
          <a:r>
            <a:rPr lang="en-US" dirty="0"/>
            <a:t> </a:t>
          </a:r>
          <a:r>
            <a:rPr lang="en-US" dirty="0" err="1"/>
            <a:t>Hòn</a:t>
          </a:r>
          <a:r>
            <a:rPr lang="en-US" dirty="0"/>
            <a:t> </a:t>
          </a:r>
          <a:r>
            <a:rPr lang="en-US" dirty="0" err="1"/>
            <a:t>Thơm</a:t>
          </a:r>
          <a:endParaRPr lang="en-US" dirty="0"/>
        </a:p>
      </dgm:t>
    </dgm:pt>
    <dgm:pt modelId="{D016CC99-70C1-4543-8585-CCFAE831D75F}" type="parTrans" cxnId="{A4A2E6AD-0AFA-447E-B740-FAF83EC17825}">
      <dgm:prSet/>
      <dgm:spPr/>
      <dgm:t>
        <a:bodyPr/>
        <a:lstStyle/>
        <a:p>
          <a:endParaRPr lang="en-US"/>
        </a:p>
      </dgm:t>
    </dgm:pt>
    <dgm:pt modelId="{5E682D39-E165-4A60-84E1-120B348DD75A}" type="sibTrans" cxnId="{A4A2E6AD-0AFA-447E-B740-FAF83EC17825}">
      <dgm:prSet/>
      <dgm:spPr/>
      <dgm:t>
        <a:bodyPr/>
        <a:lstStyle/>
        <a:p>
          <a:endParaRPr lang="en-US"/>
        </a:p>
      </dgm:t>
    </dgm:pt>
    <dgm:pt modelId="{A1AECE10-B468-40EC-AF3D-FA5BEEF550B3}" type="pres">
      <dgm:prSet presAssocID="{CC5F03C2-6CC4-40F8-9136-7226658725FC}" presName="Name0" presStyleCnt="0">
        <dgm:presLayoutVars>
          <dgm:dir/>
          <dgm:resizeHandles val="exact"/>
        </dgm:presLayoutVars>
      </dgm:prSet>
      <dgm:spPr/>
    </dgm:pt>
    <dgm:pt modelId="{D6A5A5B6-3DE8-4683-ABAF-F9F625885566}" type="pres">
      <dgm:prSet presAssocID="{18150A21-9B1D-4557-8417-DD7A516526A7}" presName="compNode" presStyleCnt="0"/>
      <dgm:spPr/>
    </dgm:pt>
    <dgm:pt modelId="{9676C9F0-9586-4F62-AEC2-ED2618182B64}" type="pres">
      <dgm:prSet presAssocID="{18150A21-9B1D-4557-8417-DD7A516526A7}" presName="pict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Lst>
          </a:blip>
          <a:srcRect/>
          <a:stretch>
            <a:fillRect l="-2000" r="-2000"/>
          </a:stretch>
        </a:blipFill>
      </dgm:spPr>
    </dgm:pt>
    <dgm:pt modelId="{8AC66B1A-2EDC-4B47-BCB8-987670349405}" type="pres">
      <dgm:prSet presAssocID="{18150A21-9B1D-4557-8417-DD7A516526A7}" presName="textRect" presStyleLbl="revTx" presStyleIdx="0" presStyleCnt="4">
        <dgm:presLayoutVars>
          <dgm:bulletEnabled val="1"/>
        </dgm:presLayoutVars>
      </dgm:prSet>
      <dgm:spPr/>
    </dgm:pt>
    <dgm:pt modelId="{457DBCE0-4221-4417-8CDF-A8FB06A52C26}" type="pres">
      <dgm:prSet presAssocID="{8EC1CC68-9C61-4E7B-8BD9-A1AB82304FA9}" presName="sibTrans" presStyleLbl="sibTrans2D1" presStyleIdx="0" presStyleCnt="0"/>
      <dgm:spPr/>
    </dgm:pt>
    <dgm:pt modelId="{BA35B44C-0215-4161-A35D-E2EC7C01C3B8}" type="pres">
      <dgm:prSet presAssocID="{80E89759-5654-4900-81EA-8DB074B8ECFC}" presName="compNode" presStyleCnt="0"/>
      <dgm:spPr/>
    </dgm:pt>
    <dgm:pt modelId="{0B6DA795-0703-4FE6-9EB2-92A5DEEF7B70}" type="pres">
      <dgm:prSet presAssocID="{80E89759-5654-4900-81EA-8DB074B8ECFC}" presName="pictRect" presStyleLbl="node1" presStyleIdx="1" presStyleCnt="4"/>
      <dgm:spPr>
        <a:blipFill>
          <a:blip xmlns:r="http://schemas.openxmlformats.org/officeDocument/2006/relationships" r:embed="rId2">
            <a:extLst>
              <a:ext uri="{28A0092B-C50C-407E-A947-70E740481C1C}">
                <a14:useLocalDpi xmlns:a14="http://schemas.microsoft.com/office/drawing/2010/main" val="0"/>
              </a:ext>
            </a:extLst>
          </a:blip>
          <a:srcRect/>
          <a:stretch>
            <a:fillRect t="-34000" b="-34000"/>
          </a:stretch>
        </a:blipFill>
      </dgm:spPr>
    </dgm:pt>
    <dgm:pt modelId="{238583C3-D184-4E05-A681-50A5F3AC2CCD}" type="pres">
      <dgm:prSet presAssocID="{80E89759-5654-4900-81EA-8DB074B8ECFC}" presName="textRect" presStyleLbl="revTx" presStyleIdx="1" presStyleCnt="4">
        <dgm:presLayoutVars>
          <dgm:bulletEnabled val="1"/>
        </dgm:presLayoutVars>
      </dgm:prSet>
      <dgm:spPr/>
    </dgm:pt>
    <dgm:pt modelId="{22284191-74B0-4EA1-A334-CB1A1B6CB95B}" type="pres">
      <dgm:prSet presAssocID="{1C05DC3F-5ED5-4EB7-A722-8D4AC43812CA}" presName="sibTrans" presStyleLbl="sibTrans2D1" presStyleIdx="0" presStyleCnt="0"/>
      <dgm:spPr/>
    </dgm:pt>
    <dgm:pt modelId="{17793A32-36E4-46D2-9E36-37D6F602F707}" type="pres">
      <dgm:prSet presAssocID="{32522E3E-C49E-472A-8A8D-2088B6F638CF}" presName="compNode" presStyleCnt="0"/>
      <dgm:spPr/>
    </dgm:pt>
    <dgm:pt modelId="{B0BA6D78-2F5D-45DF-9E8E-5531020B9203}" type="pres">
      <dgm:prSet presAssocID="{32522E3E-C49E-472A-8A8D-2088B6F638CF}" presName="pictRect" presStyleLbl="node1" presStyleIdx="2" presStyleCnt="4"/>
      <dgm:spPr>
        <a:blipFill>
          <a:blip xmlns:r="http://schemas.openxmlformats.org/officeDocument/2006/relationships" r:embed="rId3">
            <a:extLst>
              <a:ext uri="{28A0092B-C50C-407E-A947-70E740481C1C}">
                <a14:useLocalDpi xmlns:a14="http://schemas.microsoft.com/office/drawing/2010/main" val="0"/>
              </a:ext>
            </a:extLst>
          </a:blip>
          <a:srcRect/>
          <a:stretch>
            <a:fillRect t="-4000" b="-4000"/>
          </a:stretch>
        </a:blipFill>
      </dgm:spPr>
    </dgm:pt>
    <dgm:pt modelId="{03952E26-888B-4116-B721-9E10576B0CA9}" type="pres">
      <dgm:prSet presAssocID="{32522E3E-C49E-472A-8A8D-2088B6F638CF}" presName="textRect" presStyleLbl="revTx" presStyleIdx="2" presStyleCnt="4">
        <dgm:presLayoutVars>
          <dgm:bulletEnabled val="1"/>
        </dgm:presLayoutVars>
      </dgm:prSet>
      <dgm:spPr/>
    </dgm:pt>
    <dgm:pt modelId="{A8F1522C-E26F-4DEE-9964-EC0F14730596}" type="pres">
      <dgm:prSet presAssocID="{CE2145AF-948F-436C-8CD9-30BE97C02F99}" presName="sibTrans" presStyleLbl="sibTrans2D1" presStyleIdx="0" presStyleCnt="0"/>
      <dgm:spPr/>
    </dgm:pt>
    <dgm:pt modelId="{3A9B30CC-D69A-445C-9100-D78BA53E72D0}" type="pres">
      <dgm:prSet presAssocID="{E1DF2108-2688-4BAA-B804-578DB9E73DD5}" presName="compNode" presStyleCnt="0"/>
      <dgm:spPr/>
    </dgm:pt>
    <dgm:pt modelId="{1D914B7A-FE8D-425C-A29F-03F4D1866515}" type="pres">
      <dgm:prSet presAssocID="{E1DF2108-2688-4BAA-B804-578DB9E73DD5}" presName="pictRect" presStyleLbl="node1" presStyleIdx="3" presStyleCnt="4" custLinFactNeighborX="210" custLinFactNeighborY="134"/>
      <dgm:spPr>
        <a:blipFill>
          <a:blip xmlns:r="http://schemas.openxmlformats.org/officeDocument/2006/relationships" r:embed="rId4">
            <a:extLst>
              <a:ext uri="{28A0092B-C50C-407E-A947-70E740481C1C}">
                <a14:useLocalDpi xmlns:a14="http://schemas.microsoft.com/office/drawing/2010/main" val="0"/>
              </a:ext>
            </a:extLst>
          </a:blip>
          <a:srcRect/>
          <a:stretch>
            <a:fillRect l="-8000" r="-8000"/>
          </a:stretch>
        </a:blipFill>
      </dgm:spPr>
    </dgm:pt>
    <dgm:pt modelId="{41B75713-2FC0-4CC6-AF35-7D0BA3233DFE}" type="pres">
      <dgm:prSet presAssocID="{E1DF2108-2688-4BAA-B804-578DB9E73DD5}" presName="textRect" presStyleLbl="revTx" presStyleIdx="3" presStyleCnt="4">
        <dgm:presLayoutVars>
          <dgm:bulletEnabled val="1"/>
        </dgm:presLayoutVars>
      </dgm:prSet>
      <dgm:spPr/>
    </dgm:pt>
  </dgm:ptLst>
  <dgm:cxnLst>
    <dgm:cxn modelId="{FA495C29-ABC1-4856-A9E2-EDD97598CD6D}" type="presOf" srcId="{8EC1CC68-9C61-4E7B-8BD9-A1AB82304FA9}" destId="{457DBCE0-4221-4417-8CDF-A8FB06A52C26}" srcOrd="0" destOrd="0" presId="urn:microsoft.com/office/officeart/2005/8/layout/pList1"/>
    <dgm:cxn modelId="{0FEA722A-B10E-493B-A24F-87E15611FA11}" type="presOf" srcId="{32522E3E-C49E-472A-8A8D-2088B6F638CF}" destId="{03952E26-888B-4116-B721-9E10576B0CA9}" srcOrd="0" destOrd="0" presId="urn:microsoft.com/office/officeart/2005/8/layout/pList1"/>
    <dgm:cxn modelId="{083FE030-B3E6-4978-A9E8-8CC20AFF6C9B}" type="presOf" srcId="{80E89759-5654-4900-81EA-8DB074B8ECFC}" destId="{238583C3-D184-4E05-A681-50A5F3AC2CCD}" srcOrd="0" destOrd="0" presId="urn:microsoft.com/office/officeart/2005/8/layout/pList1"/>
    <dgm:cxn modelId="{73CD8E35-C574-4A35-A735-7808BCBDF9C3}" type="presOf" srcId="{CC5F03C2-6CC4-40F8-9136-7226658725FC}" destId="{A1AECE10-B468-40EC-AF3D-FA5BEEF550B3}" srcOrd="0" destOrd="0" presId="urn:microsoft.com/office/officeart/2005/8/layout/pList1"/>
    <dgm:cxn modelId="{3003EC39-AD1A-4BAD-A179-1AA8B9C62373}" type="presOf" srcId="{CE2145AF-948F-436C-8CD9-30BE97C02F99}" destId="{A8F1522C-E26F-4DEE-9964-EC0F14730596}" srcOrd="0" destOrd="0" presId="urn:microsoft.com/office/officeart/2005/8/layout/pList1"/>
    <dgm:cxn modelId="{2CD2B190-B7FE-4BAF-8E2C-A9BD83115477}" type="presOf" srcId="{18150A21-9B1D-4557-8417-DD7A516526A7}" destId="{8AC66B1A-2EDC-4B47-BCB8-987670349405}" srcOrd="0" destOrd="0" presId="urn:microsoft.com/office/officeart/2005/8/layout/pList1"/>
    <dgm:cxn modelId="{B77B8796-1D69-4C7E-9833-903994AC5EEB}" srcId="{CC5F03C2-6CC4-40F8-9136-7226658725FC}" destId="{32522E3E-C49E-472A-8A8D-2088B6F638CF}" srcOrd="2" destOrd="0" parTransId="{D8A9FDF2-BE98-411A-BA12-6B10B6868943}" sibTransId="{CE2145AF-948F-436C-8CD9-30BE97C02F99}"/>
    <dgm:cxn modelId="{CA15FBA7-AD06-4558-A9A1-272B878B8FC1}" srcId="{CC5F03C2-6CC4-40F8-9136-7226658725FC}" destId="{80E89759-5654-4900-81EA-8DB074B8ECFC}" srcOrd="1" destOrd="0" parTransId="{B46087ED-A3DF-4BCF-8448-90A358B654BC}" sibTransId="{1C05DC3F-5ED5-4EB7-A722-8D4AC43812CA}"/>
    <dgm:cxn modelId="{528E4CAA-FDDB-41DE-B14D-1DF5E0CCBD84}" srcId="{CC5F03C2-6CC4-40F8-9136-7226658725FC}" destId="{18150A21-9B1D-4557-8417-DD7A516526A7}" srcOrd="0" destOrd="0" parTransId="{1F81FBF8-A272-488F-9A60-503B9189F430}" sibTransId="{8EC1CC68-9C61-4E7B-8BD9-A1AB82304FA9}"/>
    <dgm:cxn modelId="{A4A2E6AD-0AFA-447E-B740-FAF83EC17825}" srcId="{CC5F03C2-6CC4-40F8-9136-7226658725FC}" destId="{E1DF2108-2688-4BAA-B804-578DB9E73DD5}" srcOrd="3" destOrd="0" parTransId="{D016CC99-70C1-4543-8585-CCFAE831D75F}" sibTransId="{5E682D39-E165-4A60-84E1-120B348DD75A}"/>
    <dgm:cxn modelId="{5170BFB0-2A73-4CBA-AD29-080F408A9F1B}" type="presOf" srcId="{1C05DC3F-5ED5-4EB7-A722-8D4AC43812CA}" destId="{22284191-74B0-4EA1-A334-CB1A1B6CB95B}" srcOrd="0" destOrd="0" presId="urn:microsoft.com/office/officeart/2005/8/layout/pList1"/>
    <dgm:cxn modelId="{A5874FB6-90AC-40FD-9312-8C51ADE4AD35}" type="presOf" srcId="{E1DF2108-2688-4BAA-B804-578DB9E73DD5}" destId="{41B75713-2FC0-4CC6-AF35-7D0BA3233DFE}" srcOrd="0" destOrd="0" presId="urn:microsoft.com/office/officeart/2005/8/layout/pList1"/>
    <dgm:cxn modelId="{CD5655BD-9D9F-4761-B971-19F308237054}" type="presParOf" srcId="{A1AECE10-B468-40EC-AF3D-FA5BEEF550B3}" destId="{D6A5A5B6-3DE8-4683-ABAF-F9F625885566}" srcOrd="0" destOrd="0" presId="urn:microsoft.com/office/officeart/2005/8/layout/pList1"/>
    <dgm:cxn modelId="{FEB2122E-7E2C-4636-ACF7-6ADA88690C8D}" type="presParOf" srcId="{D6A5A5B6-3DE8-4683-ABAF-F9F625885566}" destId="{9676C9F0-9586-4F62-AEC2-ED2618182B64}" srcOrd="0" destOrd="0" presId="urn:microsoft.com/office/officeart/2005/8/layout/pList1"/>
    <dgm:cxn modelId="{0989FD34-B6DD-488F-BBD1-4B0FF0015FE0}" type="presParOf" srcId="{D6A5A5B6-3DE8-4683-ABAF-F9F625885566}" destId="{8AC66B1A-2EDC-4B47-BCB8-987670349405}" srcOrd="1" destOrd="0" presId="urn:microsoft.com/office/officeart/2005/8/layout/pList1"/>
    <dgm:cxn modelId="{B70E45B1-461A-454C-B3E2-A3F2998EB6A0}" type="presParOf" srcId="{A1AECE10-B468-40EC-AF3D-FA5BEEF550B3}" destId="{457DBCE0-4221-4417-8CDF-A8FB06A52C26}" srcOrd="1" destOrd="0" presId="urn:microsoft.com/office/officeart/2005/8/layout/pList1"/>
    <dgm:cxn modelId="{1DCABC68-71C0-4490-B75D-2E0EC2BE6720}" type="presParOf" srcId="{A1AECE10-B468-40EC-AF3D-FA5BEEF550B3}" destId="{BA35B44C-0215-4161-A35D-E2EC7C01C3B8}" srcOrd="2" destOrd="0" presId="urn:microsoft.com/office/officeart/2005/8/layout/pList1"/>
    <dgm:cxn modelId="{7ACAB2AA-9539-44FF-B9CE-0A049994F3D5}" type="presParOf" srcId="{BA35B44C-0215-4161-A35D-E2EC7C01C3B8}" destId="{0B6DA795-0703-4FE6-9EB2-92A5DEEF7B70}" srcOrd="0" destOrd="0" presId="urn:microsoft.com/office/officeart/2005/8/layout/pList1"/>
    <dgm:cxn modelId="{445AE154-93A8-41A2-BF78-836EC13318CD}" type="presParOf" srcId="{BA35B44C-0215-4161-A35D-E2EC7C01C3B8}" destId="{238583C3-D184-4E05-A681-50A5F3AC2CCD}" srcOrd="1" destOrd="0" presId="urn:microsoft.com/office/officeart/2005/8/layout/pList1"/>
    <dgm:cxn modelId="{48B63B45-9144-4BE4-B395-8FCAA2B496D6}" type="presParOf" srcId="{A1AECE10-B468-40EC-AF3D-FA5BEEF550B3}" destId="{22284191-74B0-4EA1-A334-CB1A1B6CB95B}" srcOrd="3" destOrd="0" presId="urn:microsoft.com/office/officeart/2005/8/layout/pList1"/>
    <dgm:cxn modelId="{D696A18B-994F-495C-8CAF-59D3739C4C32}" type="presParOf" srcId="{A1AECE10-B468-40EC-AF3D-FA5BEEF550B3}" destId="{17793A32-36E4-46D2-9E36-37D6F602F707}" srcOrd="4" destOrd="0" presId="urn:microsoft.com/office/officeart/2005/8/layout/pList1"/>
    <dgm:cxn modelId="{9680BCA5-1D4E-44ED-9C5B-B6044FF003DA}" type="presParOf" srcId="{17793A32-36E4-46D2-9E36-37D6F602F707}" destId="{B0BA6D78-2F5D-45DF-9E8E-5531020B9203}" srcOrd="0" destOrd="0" presId="urn:microsoft.com/office/officeart/2005/8/layout/pList1"/>
    <dgm:cxn modelId="{A76C25C5-C7B5-487A-89FE-B2719AC2484E}" type="presParOf" srcId="{17793A32-36E4-46D2-9E36-37D6F602F707}" destId="{03952E26-888B-4116-B721-9E10576B0CA9}" srcOrd="1" destOrd="0" presId="urn:microsoft.com/office/officeart/2005/8/layout/pList1"/>
    <dgm:cxn modelId="{902E4702-AFFF-4F71-BD4C-C7B7211F0BCB}" type="presParOf" srcId="{A1AECE10-B468-40EC-AF3D-FA5BEEF550B3}" destId="{A8F1522C-E26F-4DEE-9964-EC0F14730596}" srcOrd="5" destOrd="0" presId="urn:microsoft.com/office/officeart/2005/8/layout/pList1"/>
    <dgm:cxn modelId="{A8FF5570-E40B-4A61-B60F-221D90395A64}" type="presParOf" srcId="{A1AECE10-B468-40EC-AF3D-FA5BEEF550B3}" destId="{3A9B30CC-D69A-445C-9100-D78BA53E72D0}" srcOrd="6" destOrd="0" presId="urn:microsoft.com/office/officeart/2005/8/layout/pList1"/>
    <dgm:cxn modelId="{4D27D7F0-3976-4EF4-B046-E511D6C139CD}" type="presParOf" srcId="{3A9B30CC-D69A-445C-9100-D78BA53E72D0}" destId="{1D914B7A-FE8D-425C-A29F-03F4D1866515}" srcOrd="0" destOrd="0" presId="urn:microsoft.com/office/officeart/2005/8/layout/pList1"/>
    <dgm:cxn modelId="{2B8858F6-4DCF-4B4A-8C32-826BDFEAA601}" type="presParOf" srcId="{3A9B30CC-D69A-445C-9100-D78BA53E72D0}" destId="{41B75713-2FC0-4CC6-AF35-7D0BA3233DFE}" srcOrd="1" destOrd="0" presId="urn:microsoft.com/office/officeart/2005/8/layout/p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76C9F0-9586-4F62-AEC2-ED2618182B64}">
      <dsp:nvSpPr>
        <dsp:cNvPr id="0" name=""/>
        <dsp:cNvSpPr/>
      </dsp:nvSpPr>
      <dsp:spPr>
        <a:xfrm>
          <a:off x="5952" y="904917"/>
          <a:ext cx="2832497" cy="1951590"/>
        </a:xfrm>
        <a:prstGeom prst="round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2000" r="-2000"/>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AC66B1A-2EDC-4B47-BCB8-987670349405}">
      <dsp:nvSpPr>
        <dsp:cNvPr id="0" name=""/>
        <dsp:cNvSpPr/>
      </dsp:nvSpPr>
      <dsp:spPr>
        <a:xfrm>
          <a:off x="5952" y="2856508"/>
          <a:ext cx="2832497" cy="10508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3360" tIns="213360" rIns="213360" bIns="0" numCol="1" spcCol="1270" anchor="t" anchorCtr="0">
          <a:noAutofit/>
        </a:bodyPr>
        <a:lstStyle/>
        <a:p>
          <a:pPr marL="0" lvl="0" indent="0" algn="ctr" defTabSz="1333500">
            <a:lnSpc>
              <a:spcPct val="90000"/>
            </a:lnSpc>
            <a:spcBef>
              <a:spcPct val="0"/>
            </a:spcBef>
            <a:spcAft>
              <a:spcPct val="35000"/>
            </a:spcAft>
            <a:buNone/>
          </a:pPr>
          <a:r>
            <a:rPr lang="en-US" sz="3000" kern="1200" dirty="0" err="1"/>
            <a:t>Bãi</a:t>
          </a:r>
          <a:r>
            <a:rPr lang="en-US" sz="3000" kern="1200" dirty="0"/>
            <a:t> Sao</a:t>
          </a:r>
        </a:p>
      </dsp:txBody>
      <dsp:txXfrm>
        <a:off x="5952" y="2856508"/>
        <a:ext cx="2832497" cy="1050856"/>
      </dsp:txXfrm>
    </dsp:sp>
    <dsp:sp modelId="{0B6DA795-0703-4FE6-9EB2-92A5DEEF7B70}">
      <dsp:nvSpPr>
        <dsp:cNvPr id="0" name=""/>
        <dsp:cNvSpPr/>
      </dsp:nvSpPr>
      <dsp:spPr>
        <a:xfrm>
          <a:off x="3121818" y="904917"/>
          <a:ext cx="2832497" cy="1951590"/>
        </a:xfrm>
        <a:prstGeom prst="round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t="-34000" b="-34000"/>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38583C3-D184-4E05-A681-50A5F3AC2CCD}">
      <dsp:nvSpPr>
        <dsp:cNvPr id="0" name=""/>
        <dsp:cNvSpPr/>
      </dsp:nvSpPr>
      <dsp:spPr>
        <a:xfrm>
          <a:off x="3121818" y="2856508"/>
          <a:ext cx="2832497" cy="10508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3360" tIns="213360" rIns="213360" bIns="0" numCol="1" spcCol="1270" anchor="t" anchorCtr="0">
          <a:noAutofit/>
        </a:bodyPr>
        <a:lstStyle/>
        <a:p>
          <a:pPr marL="0" lvl="0" indent="0" algn="ctr" defTabSz="1333500">
            <a:lnSpc>
              <a:spcPct val="90000"/>
            </a:lnSpc>
            <a:spcBef>
              <a:spcPct val="0"/>
            </a:spcBef>
            <a:spcAft>
              <a:spcPct val="35000"/>
            </a:spcAft>
            <a:buNone/>
          </a:pPr>
          <a:r>
            <a:rPr lang="en-US" sz="3000" kern="1200" dirty="0" err="1"/>
            <a:t>Vinhome</a:t>
          </a:r>
          <a:r>
            <a:rPr lang="en-US" sz="3000" kern="1200" dirty="0"/>
            <a:t> &amp; Safari</a:t>
          </a:r>
        </a:p>
      </dsp:txBody>
      <dsp:txXfrm>
        <a:off x="3121818" y="2856508"/>
        <a:ext cx="2832497" cy="1050856"/>
      </dsp:txXfrm>
    </dsp:sp>
    <dsp:sp modelId="{B0BA6D78-2F5D-45DF-9E8E-5531020B9203}">
      <dsp:nvSpPr>
        <dsp:cNvPr id="0" name=""/>
        <dsp:cNvSpPr/>
      </dsp:nvSpPr>
      <dsp:spPr>
        <a:xfrm>
          <a:off x="6237684" y="904917"/>
          <a:ext cx="2832497" cy="1951590"/>
        </a:xfrm>
        <a:prstGeom prst="round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t="-4000" b="-4000"/>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3952E26-888B-4116-B721-9E10576B0CA9}">
      <dsp:nvSpPr>
        <dsp:cNvPr id="0" name=""/>
        <dsp:cNvSpPr/>
      </dsp:nvSpPr>
      <dsp:spPr>
        <a:xfrm>
          <a:off x="6237684" y="2856508"/>
          <a:ext cx="2832497" cy="10508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3360" tIns="213360" rIns="213360" bIns="0" numCol="1" spcCol="1270" anchor="t" anchorCtr="0">
          <a:noAutofit/>
        </a:bodyPr>
        <a:lstStyle/>
        <a:p>
          <a:pPr marL="0" lvl="0" indent="0" algn="ctr" defTabSz="1333500">
            <a:lnSpc>
              <a:spcPct val="90000"/>
            </a:lnSpc>
            <a:spcBef>
              <a:spcPct val="0"/>
            </a:spcBef>
            <a:spcAft>
              <a:spcPct val="35000"/>
            </a:spcAft>
            <a:buNone/>
          </a:pPr>
          <a:r>
            <a:rPr lang="en-US" sz="3000" kern="1200" dirty="0"/>
            <a:t>Sunset </a:t>
          </a:r>
          <a:r>
            <a:rPr lang="en-US" sz="3000" kern="1200" dirty="0" err="1"/>
            <a:t>Sanato</a:t>
          </a:r>
          <a:endParaRPr lang="en-US" sz="3000" kern="1200" dirty="0"/>
        </a:p>
      </dsp:txBody>
      <dsp:txXfrm>
        <a:off x="6237684" y="2856508"/>
        <a:ext cx="2832497" cy="1050856"/>
      </dsp:txXfrm>
    </dsp:sp>
    <dsp:sp modelId="{1D914B7A-FE8D-425C-A29F-03F4D1866515}">
      <dsp:nvSpPr>
        <dsp:cNvPr id="0" name=""/>
        <dsp:cNvSpPr/>
      </dsp:nvSpPr>
      <dsp:spPr>
        <a:xfrm>
          <a:off x="9359498" y="907532"/>
          <a:ext cx="2832497" cy="1951590"/>
        </a:xfrm>
        <a:prstGeom prst="roundRect">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l="-8000" r="-8000"/>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1B75713-2FC0-4CC6-AF35-7D0BA3233DFE}">
      <dsp:nvSpPr>
        <dsp:cNvPr id="0" name=""/>
        <dsp:cNvSpPr/>
      </dsp:nvSpPr>
      <dsp:spPr>
        <a:xfrm>
          <a:off x="9353550" y="2856508"/>
          <a:ext cx="2832497" cy="10508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3360" tIns="213360" rIns="213360" bIns="0" numCol="1" spcCol="1270" anchor="t" anchorCtr="0">
          <a:noAutofit/>
        </a:bodyPr>
        <a:lstStyle/>
        <a:p>
          <a:pPr marL="0" lvl="0" indent="0" algn="ctr" defTabSz="1333500">
            <a:lnSpc>
              <a:spcPct val="90000"/>
            </a:lnSpc>
            <a:spcBef>
              <a:spcPct val="0"/>
            </a:spcBef>
            <a:spcAft>
              <a:spcPct val="35000"/>
            </a:spcAft>
            <a:buNone/>
          </a:pPr>
          <a:r>
            <a:rPr lang="en-US" sz="3000" kern="1200" dirty="0" err="1"/>
            <a:t>Cáp</a:t>
          </a:r>
          <a:r>
            <a:rPr lang="en-US" sz="3000" kern="1200" dirty="0"/>
            <a:t> </a:t>
          </a:r>
          <a:r>
            <a:rPr lang="en-US" sz="3000" kern="1200" dirty="0" err="1"/>
            <a:t>treo</a:t>
          </a:r>
          <a:r>
            <a:rPr lang="en-US" sz="3000" kern="1200" dirty="0"/>
            <a:t> </a:t>
          </a:r>
          <a:r>
            <a:rPr lang="en-US" sz="3000" kern="1200" dirty="0" err="1"/>
            <a:t>Hòn</a:t>
          </a:r>
          <a:r>
            <a:rPr lang="en-US" sz="3000" kern="1200" dirty="0"/>
            <a:t> </a:t>
          </a:r>
          <a:r>
            <a:rPr lang="en-US" sz="3000" kern="1200" dirty="0" err="1"/>
            <a:t>Thơm</a:t>
          </a:r>
          <a:endParaRPr lang="en-US" sz="3000" kern="1200" dirty="0"/>
        </a:p>
      </dsp:txBody>
      <dsp:txXfrm>
        <a:off x="9353550" y="2856508"/>
        <a:ext cx="2832497" cy="1050856"/>
      </dsp:txXfrm>
    </dsp:sp>
  </dsp:spTree>
</dsp:drawing>
</file>

<file path=ppt/diagrams/layout1.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F95A3AD-85C3-4130-A130-24E98FE5A3A8}"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ADEA33-D557-4C29-8F04-D50B537BFB08}" type="slidenum">
              <a:rPr lang="en-US" smtClean="0"/>
              <a:t>‹#›</a:t>
            </a:fld>
            <a:endParaRPr lang="en-US"/>
          </a:p>
        </p:txBody>
      </p:sp>
    </p:spTree>
    <p:extLst>
      <p:ext uri="{BB962C8B-B14F-4D97-AF65-F5344CB8AC3E}">
        <p14:creationId xmlns:p14="http://schemas.microsoft.com/office/powerpoint/2010/main" val="4459490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95A3AD-85C3-4130-A130-24E98FE5A3A8}"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ADEA33-D557-4C29-8F04-D50B537BFB08}" type="slidenum">
              <a:rPr lang="en-US" smtClean="0"/>
              <a:t>‹#›</a:t>
            </a:fld>
            <a:endParaRPr lang="en-US"/>
          </a:p>
        </p:txBody>
      </p:sp>
    </p:spTree>
    <p:extLst>
      <p:ext uri="{BB962C8B-B14F-4D97-AF65-F5344CB8AC3E}">
        <p14:creationId xmlns:p14="http://schemas.microsoft.com/office/powerpoint/2010/main" val="33865732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F95A3AD-85C3-4130-A130-24E98FE5A3A8}"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ADEA33-D557-4C29-8F04-D50B537BFB08}" type="slidenum">
              <a:rPr lang="en-US" smtClean="0"/>
              <a:t>‹#›</a:t>
            </a:fld>
            <a:endParaRPr lang="en-US"/>
          </a:p>
        </p:txBody>
      </p:sp>
    </p:spTree>
    <p:extLst>
      <p:ext uri="{BB962C8B-B14F-4D97-AF65-F5344CB8AC3E}">
        <p14:creationId xmlns:p14="http://schemas.microsoft.com/office/powerpoint/2010/main" val="1241971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F95A3AD-85C3-4130-A130-24E98FE5A3A8}"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ADEA33-D557-4C29-8F04-D50B537BFB08}" type="slidenum">
              <a:rPr lang="en-US" smtClean="0"/>
              <a:t>‹#›</a:t>
            </a:fld>
            <a:endParaRPr lang="en-US"/>
          </a:p>
        </p:txBody>
      </p:sp>
    </p:spTree>
    <p:extLst>
      <p:ext uri="{BB962C8B-B14F-4D97-AF65-F5344CB8AC3E}">
        <p14:creationId xmlns:p14="http://schemas.microsoft.com/office/powerpoint/2010/main" val="27680324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F95A3AD-85C3-4130-A130-24E98FE5A3A8}" type="datetimeFigureOut">
              <a:rPr lang="en-US" smtClean="0"/>
              <a:t>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2ADEA33-D557-4C29-8F04-D50B537BFB08}" type="slidenum">
              <a:rPr lang="en-US" smtClean="0"/>
              <a:t>‹#›</a:t>
            </a:fld>
            <a:endParaRPr lang="en-US"/>
          </a:p>
        </p:txBody>
      </p:sp>
    </p:spTree>
    <p:extLst>
      <p:ext uri="{BB962C8B-B14F-4D97-AF65-F5344CB8AC3E}">
        <p14:creationId xmlns:p14="http://schemas.microsoft.com/office/powerpoint/2010/main" val="20860535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F95A3AD-85C3-4130-A130-24E98FE5A3A8}" type="datetimeFigureOut">
              <a:rPr lang="en-US" smtClean="0"/>
              <a:t>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2ADEA33-D557-4C29-8F04-D50B537BFB08}" type="slidenum">
              <a:rPr lang="en-US" smtClean="0"/>
              <a:t>‹#›</a:t>
            </a:fld>
            <a:endParaRPr lang="en-US"/>
          </a:p>
        </p:txBody>
      </p:sp>
    </p:spTree>
    <p:extLst>
      <p:ext uri="{BB962C8B-B14F-4D97-AF65-F5344CB8AC3E}">
        <p14:creationId xmlns:p14="http://schemas.microsoft.com/office/powerpoint/2010/main" val="26242721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F95A3AD-85C3-4130-A130-24E98FE5A3A8}" type="datetimeFigureOut">
              <a:rPr lang="en-US" smtClean="0"/>
              <a:t>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2ADEA33-D557-4C29-8F04-D50B537BFB08}" type="slidenum">
              <a:rPr lang="en-US" smtClean="0"/>
              <a:t>‹#›</a:t>
            </a:fld>
            <a:endParaRPr lang="en-US"/>
          </a:p>
        </p:txBody>
      </p:sp>
    </p:spTree>
    <p:extLst>
      <p:ext uri="{BB962C8B-B14F-4D97-AF65-F5344CB8AC3E}">
        <p14:creationId xmlns:p14="http://schemas.microsoft.com/office/powerpoint/2010/main" val="12990002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F95A3AD-85C3-4130-A130-24E98FE5A3A8}"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ADEA33-D557-4C29-8F04-D50B537BFB08}" type="slidenum">
              <a:rPr lang="en-US" smtClean="0"/>
              <a:t>‹#›</a:t>
            </a:fld>
            <a:endParaRPr lang="en-US"/>
          </a:p>
        </p:txBody>
      </p:sp>
    </p:spTree>
    <p:extLst>
      <p:ext uri="{BB962C8B-B14F-4D97-AF65-F5344CB8AC3E}">
        <p14:creationId xmlns:p14="http://schemas.microsoft.com/office/powerpoint/2010/main" val="34261403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F95A3AD-85C3-4130-A130-24E98FE5A3A8}"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ADEA33-D557-4C29-8F04-D50B537BFB08}" type="slidenum">
              <a:rPr lang="en-US" smtClean="0"/>
              <a:t>‹#›</a:t>
            </a:fld>
            <a:endParaRPr lang="en-US"/>
          </a:p>
        </p:txBody>
      </p:sp>
    </p:spTree>
    <p:extLst>
      <p:ext uri="{BB962C8B-B14F-4D97-AF65-F5344CB8AC3E}">
        <p14:creationId xmlns:p14="http://schemas.microsoft.com/office/powerpoint/2010/main" val="870908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F95A3AD-85C3-4130-A130-24E98FE5A3A8}"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ADEA33-D557-4C29-8F04-D50B537BFB08}" type="slidenum">
              <a:rPr lang="en-US" smtClean="0"/>
              <a:t>‹#›</a:t>
            </a:fld>
            <a:endParaRPr lang="en-US"/>
          </a:p>
        </p:txBody>
      </p:sp>
    </p:spTree>
    <p:extLst>
      <p:ext uri="{BB962C8B-B14F-4D97-AF65-F5344CB8AC3E}">
        <p14:creationId xmlns:p14="http://schemas.microsoft.com/office/powerpoint/2010/main" val="21797091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F95A3AD-85C3-4130-A130-24E98FE5A3A8}"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ADEA33-D557-4C29-8F04-D50B537BFB08}"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0273386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F95A3AD-85C3-4130-A130-24E98FE5A3A8}"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ADEA33-D557-4C29-8F04-D50B537BFB08}" type="slidenum">
              <a:rPr lang="en-US" smtClean="0"/>
              <a:t>‹#›</a:t>
            </a:fld>
            <a:endParaRPr lang="en-US"/>
          </a:p>
        </p:txBody>
      </p:sp>
    </p:spTree>
    <p:extLst>
      <p:ext uri="{BB962C8B-B14F-4D97-AF65-F5344CB8AC3E}">
        <p14:creationId xmlns:p14="http://schemas.microsoft.com/office/powerpoint/2010/main" val="14482116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F95A3AD-85C3-4130-A130-24E98FE5A3A8}"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ADEA33-D557-4C29-8F04-D50B537BFB08}"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5324440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F95A3AD-85C3-4130-A130-24E98FE5A3A8}"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ADEA33-D557-4C29-8F04-D50B537BFB08}" type="slidenum">
              <a:rPr lang="en-US" smtClean="0"/>
              <a:t>‹#›</a:t>
            </a:fld>
            <a:endParaRPr lang="en-US"/>
          </a:p>
        </p:txBody>
      </p:sp>
    </p:spTree>
    <p:extLst>
      <p:ext uri="{BB962C8B-B14F-4D97-AF65-F5344CB8AC3E}">
        <p14:creationId xmlns:p14="http://schemas.microsoft.com/office/powerpoint/2010/main" val="27126513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95A3AD-85C3-4130-A130-24E98FE5A3A8}"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ADEA33-D557-4C29-8F04-D50B537BFB08}" type="slidenum">
              <a:rPr lang="en-US" smtClean="0"/>
              <a:t>‹#›</a:t>
            </a:fld>
            <a:endParaRPr lang="en-US"/>
          </a:p>
        </p:txBody>
      </p:sp>
    </p:spTree>
    <p:extLst>
      <p:ext uri="{BB962C8B-B14F-4D97-AF65-F5344CB8AC3E}">
        <p14:creationId xmlns:p14="http://schemas.microsoft.com/office/powerpoint/2010/main" val="9505280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95A3AD-85C3-4130-A130-24E98FE5A3A8}"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ADEA33-D557-4C29-8F04-D50B537BFB08}" type="slidenum">
              <a:rPr lang="en-US" smtClean="0"/>
              <a:t>‹#›</a:t>
            </a:fld>
            <a:endParaRPr lang="en-US"/>
          </a:p>
        </p:txBody>
      </p:sp>
    </p:spTree>
    <p:extLst>
      <p:ext uri="{BB962C8B-B14F-4D97-AF65-F5344CB8AC3E}">
        <p14:creationId xmlns:p14="http://schemas.microsoft.com/office/powerpoint/2010/main" val="20370622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F95A3AD-85C3-4130-A130-24E98FE5A3A8}" type="datetimeFigureOut">
              <a:rPr lang="en-US" smtClean="0"/>
              <a:t>11/9/2025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2ADEA33-D557-4C29-8F04-D50B537BFB08}" type="slidenum">
              <a:rPr lang="en-US" smtClean="0"/>
              <a:t>‹#›</a:t>
            </a:fld>
            <a:endParaRPr lang="en-US"/>
          </a:p>
        </p:txBody>
      </p:sp>
    </p:spTree>
    <p:extLst>
      <p:ext uri="{BB962C8B-B14F-4D97-AF65-F5344CB8AC3E}">
        <p14:creationId xmlns:p14="http://schemas.microsoft.com/office/powerpoint/2010/main" val="417779181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52B79-0AC0-438A-A5A4-3A667DFAD719}"/>
              </a:ext>
            </a:extLst>
          </p:cNvPr>
          <p:cNvSpPr>
            <a:spLocks noGrp="1"/>
          </p:cNvSpPr>
          <p:nvPr>
            <p:ph type="ctrTitle"/>
          </p:nvPr>
        </p:nvSpPr>
        <p:spPr>
          <a:xfrm>
            <a:off x="655093" y="0"/>
            <a:ext cx="9055639" cy="925496"/>
          </a:xfrm>
        </p:spPr>
        <p:txBody>
          <a:bodyPr/>
          <a:lstStyle/>
          <a:p>
            <a:r>
              <a:rPr lang="en-US" dirty="0" err="1"/>
              <a:t>Khám</a:t>
            </a:r>
            <a:r>
              <a:rPr lang="en-US" dirty="0"/>
              <a:t> </a:t>
            </a:r>
            <a:r>
              <a:rPr lang="en-US" dirty="0" err="1"/>
              <a:t>phá</a:t>
            </a:r>
            <a:r>
              <a:rPr lang="en-US" dirty="0"/>
              <a:t> </a:t>
            </a:r>
            <a:r>
              <a:rPr lang="en-US" dirty="0" err="1"/>
              <a:t>Bãi</a:t>
            </a:r>
            <a:r>
              <a:rPr lang="en-US" dirty="0"/>
              <a:t> </a:t>
            </a:r>
            <a:r>
              <a:rPr lang="en-US" dirty="0" err="1"/>
              <a:t>biển</a:t>
            </a:r>
            <a:r>
              <a:rPr lang="en-US" dirty="0"/>
              <a:t> </a:t>
            </a:r>
            <a:r>
              <a:rPr lang="en-US" dirty="0" err="1"/>
              <a:t>Phú</a:t>
            </a:r>
            <a:r>
              <a:rPr lang="en-US" dirty="0"/>
              <a:t> </a:t>
            </a:r>
            <a:r>
              <a:rPr lang="en-US" dirty="0" err="1"/>
              <a:t>Quốc</a:t>
            </a:r>
            <a:endParaRPr lang="en-US" dirty="0"/>
          </a:p>
        </p:txBody>
      </p:sp>
      <p:sp>
        <p:nvSpPr>
          <p:cNvPr id="3" name="Subtitle 2">
            <a:extLst>
              <a:ext uri="{FF2B5EF4-FFF2-40B4-BE49-F238E27FC236}">
                <a16:creationId xmlns:a16="http://schemas.microsoft.com/office/drawing/2014/main" id="{8F860C0D-7D06-90BA-4847-15AEA12000D9}"/>
              </a:ext>
            </a:extLst>
          </p:cNvPr>
          <p:cNvSpPr>
            <a:spLocks noGrp="1"/>
          </p:cNvSpPr>
          <p:nvPr>
            <p:ph type="subTitle" idx="1"/>
          </p:nvPr>
        </p:nvSpPr>
        <p:spPr>
          <a:xfrm>
            <a:off x="900751" y="5628882"/>
            <a:ext cx="7629099" cy="1096899"/>
          </a:xfrm>
        </p:spPr>
        <p:txBody>
          <a:bodyPr/>
          <a:lstStyle/>
          <a:p>
            <a:pPr algn="l"/>
            <a:r>
              <a:rPr lang="en-US" dirty="0" err="1"/>
              <a:t>Người</a:t>
            </a:r>
            <a:r>
              <a:rPr lang="en-US" dirty="0"/>
              <a:t> </a:t>
            </a:r>
            <a:r>
              <a:rPr lang="en-US" dirty="0" err="1"/>
              <a:t>thực</a:t>
            </a:r>
            <a:r>
              <a:rPr lang="en-US" dirty="0"/>
              <a:t> </a:t>
            </a:r>
            <a:r>
              <a:rPr lang="en-US" dirty="0" err="1"/>
              <a:t>hiện</a:t>
            </a:r>
            <a:r>
              <a:rPr lang="en-US" dirty="0"/>
              <a:t>: </a:t>
            </a:r>
            <a:r>
              <a:rPr lang="en-US" dirty="0" err="1"/>
              <a:t>Trần</a:t>
            </a:r>
            <a:r>
              <a:rPr lang="en-US" dirty="0"/>
              <a:t> Hoàng </a:t>
            </a:r>
            <a:r>
              <a:rPr lang="en-US" dirty="0" err="1"/>
              <a:t>Nguyên</a:t>
            </a:r>
            <a:br>
              <a:rPr lang="en-US" dirty="0"/>
            </a:br>
            <a:r>
              <a:rPr lang="en-US" dirty="0" err="1"/>
              <a:t>Lớp</a:t>
            </a:r>
            <a:r>
              <a:rPr lang="en-US" dirty="0"/>
              <a:t>: D25TXCN-N</a:t>
            </a:r>
          </a:p>
          <a:p>
            <a:pPr algn="l"/>
            <a:r>
              <a:rPr lang="en-US" dirty="0" err="1"/>
              <a:t>Ngày</a:t>
            </a:r>
            <a:r>
              <a:rPr lang="en-US" dirty="0"/>
              <a:t> </a:t>
            </a:r>
            <a:r>
              <a:rPr lang="en-US" dirty="0" err="1"/>
              <a:t>thực</a:t>
            </a:r>
            <a:r>
              <a:rPr lang="en-US" dirty="0"/>
              <a:t> </a:t>
            </a:r>
            <a:r>
              <a:rPr lang="en-US" dirty="0" err="1"/>
              <a:t>hiện</a:t>
            </a:r>
            <a:r>
              <a:rPr lang="en-US" dirty="0"/>
              <a:t>: 11/09/2025</a:t>
            </a:r>
          </a:p>
        </p:txBody>
      </p:sp>
      <p:pic>
        <p:nvPicPr>
          <p:cNvPr id="9" name="Picture 8" descr="A couple sitting on a swing on a beach&#10;&#10;AI-generated content may be incorrect.">
            <a:extLst>
              <a:ext uri="{FF2B5EF4-FFF2-40B4-BE49-F238E27FC236}">
                <a16:creationId xmlns:a16="http://schemas.microsoft.com/office/drawing/2014/main" id="{6A5BE1FD-07D8-8C87-9DA3-F1186AFAFF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0752" y="925496"/>
            <a:ext cx="7001301" cy="449204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1" name="Picture 10" descr="A beach with palm trees and blue water&#10;&#10;AI-generated content may be incorrect.">
            <a:extLst>
              <a:ext uri="{FF2B5EF4-FFF2-40B4-BE49-F238E27FC236}">
                <a16:creationId xmlns:a16="http://schemas.microsoft.com/office/drawing/2014/main" id="{263727FC-6C13-EA68-D2A0-AD5D8D2389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60158" y="925496"/>
            <a:ext cx="3792465" cy="236361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3" name="Picture 12" descr="A beach with a boat and a parasailing&#10;&#10;AI-generated content may be incorrect.">
            <a:extLst>
              <a:ext uri="{FF2B5EF4-FFF2-40B4-BE49-F238E27FC236}">
                <a16:creationId xmlns:a16="http://schemas.microsoft.com/office/drawing/2014/main" id="{FD59C103-5CF0-0DE9-41DF-D107F2DD33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47711" y="3568890"/>
            <a:ext cx="3678555" cy="205999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745294385"/>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par>
                                <p:cTn id="8" presetID="22" presetClass="entr" presetSubtype="4"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down)">
                                      <p:cBhvr>
                                        <p:cTn id="10" dur="500"/>
                                        <p:tgtEl>
                                          <p:spTgt spid="11"/>
                                        </p:tgtEl>
                                      </p:cBhvr>
                                    </p:animEffect>
                                  </p:childTnLst>
                                </p:cTn>
                              </p:par>
                              <p:par>
                                <p:cTn id="11" presetID="22" presetClass="entr" presetSubtype="4"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down)">
                                      <p:cBhvr>
                                        <p:cTn id="1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538F6-D176-97E2-A375-4BD588B62A14}"/>
              </a:ext>
            </a:extLst>
          </p:cNvPr>
          <p:cNvSpPr>
            <a:spLocks noGrp="1"/>
          </p:cNvSpPr>
          <p:nvPr>
            <p:ph type="title"/>
          </p:nvPr>
        </p:nvSpPr>
        <p:spPr/>
        <p:txBody>
          <a:bodyPr/>
          <a:lstStyle/>
          <a:p>
            <a:r>
              <a:rPr lang="en-US" dirty="0" err="1"/>
              <a:t>Giới</a:t>
            </a:r>
            <a:r>
              <a:rPr lang="en-US" dirty="0"/>
              <a:t> </a:t>
            </a:r>
            <a:r>
              <a:rPr lang="en-US" dirty="0" err="1"/>
              <a:t>thiệu</a:t>
            </a:r>
            <a:r>
              <a:rPr lang="en-US" dirty="0"/>
              <a:t> </a:t>
            </a:r>
            <a:r>
              <a:rPr lang="en-US" dirty="0" err="1"/>
              <a:t>chung</a:t>
            </a:r>
            <a:endParaRPr lang="en-US" dirty="0"/>
          </a:p>
        </p:txBody>
      </p:sp>
      <p:sp>
        <p:nvSpPr>
          <p:cNvPr id="4" name="Rectangle 1">
            <a:extLst>
              <a:ext uri="{FF2B5EF4-FFF2-40B4-BE49-F238E27FC236}">
                <a16:creationId xmlns:a16="http://schemas.microsoft.com/office/drawing/2014/main" id="{BBA97332-6B15-B440-B698-8BA1CD3D7E57}"/>
              </a:ext>
            </a:extLst>
          </p:cNvPr>
          <p:cNvSpPr>
            <a:spLocks noGrp="1" noChangeArrowheads="1"/>
          </p:cNvSpPr>
          <p:nvPr>
            <p:ph idx="1"/>
          </p:nvPr>
        </p:nvSpPr>
        <p:spPr bwMode="auto">
          <a:xfrm>
            <a:off x="404379" y="3952649"/>
            <a:ext cx="596912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rgbClr val="FF0000"/>
                </a:solidFill>
                <a:effectLst/>
                <a:latin typeface="Arial" panose="020B0604020202020204" pitchFamily="34" charset="0"/>
              </a:rPr>
              <a:t>Vị</a:t>
            </a:r>
            <a:r>
              <a:rPr kumimoji="0" lang="en-US" altLang="en-US" sz="1800" b="0" i="0" u="none" strike="noStrike" cap="none" normalizeH="0" baseline="0" dirty="0">
                <a:ln>
                  <a:noFill/>
                </a:ln>
                <a:solidFill>
                  <a:srgbClr val="FF0000"/>
                </a:solidFill>
                <a:effectLst/>
                <a:latin typeface="Arial" panose="020B0604020202020204" pitchFamily="34" charset="0"/>
              </a:rPr>
              <a:t> </a:t>
            </a:r>
            <a:r>
              <a:rPr kumimoji="0" lang="en-US" altLang="en-US" sz="1800" b="0" i="0" u="none" strike="noStrike" cap="none" normalizeH="0" baseline="0" dirty="0" err="1">
                <a:ln>
                  <a:noFill/>
                </a:ln>
                <a:solidFill>
                  <a:srgbClr val="FF0000"/>
                </a:solidFill>
                <a:effectLst/>
                <a:latin typeface="Arial" panose="020B0604020202020204" pitchFamily="34" charset="0"/>
              </a:rPr>
              <a:t>trí</a:t>
            </a:r>
            <a:r>
              <a:rPr kumimoji="0" lang="en-US" altLang="en-US" sz="1800" b="0" i="0" u="none" strike="noStrike" cap="none" normalizeH="0" baseline="0" dirty="0">
                <a:ln>
                  <a:noFill/>
                </a:ln>
                <a:solidFill>
                  <a:srgbClr val="FF0000"/>
                </a:solidFill>
                <a:effectLst/>
                <a:latin typeface="Arial" panose="020B0604020202020204" pitchFamily="34" charset="0"/>
              </a:rPr>
              <a:t>: </a:t>
            </a:r>
            <a:r>
              <a:rPr kumimoji="0" lang="en-US" altLang="en-US" sz="1800" b="0" i="0" u="none" strike="noStrike" cap="none" normalizeH="0" baseline="0" dirty="0" err="1">
                <a:ln>
                  <a:noFill/>
                </a:ln>
                <a:solidFill>
                  <a:srgbClr val="FF0000"/>
                </a:solidFill>
                <a:effectLst/>
                <a:latin typeface="Arial" panose="020B0604020202020204" pitchFamily="34" charset="0"/>
              </a:rPr>
              <a:t>Tỉnh</a:t>
            </a:r>
            <a:r>
              <a:rPr kumimoji="0" lang="en-US" altLang="en-US" sz="1800" b="0" i="0" u="none" strike="noStrike" cap="none" normalizeH="0" baseline="0" dirty="0">
                <a:ln>
                  <a:noFill/>
                </a:ln>
                <a:solidFill>
                  <a:srgbClr val="FF0000"/>
                </a:solidFill>
                <a:effectLst/>
                <a:latin typeface="Arial" panose="020B0604020202020204" pitchFamily="34" charset="0"/>
              </a:rPr>
              <a:t> </a:t>
            </a:r>
            <a:r>
              <a:rPr kumimoji="0" lang="en-US" altLang="en-US" sz="1800" b="0" i="0" u="none" strike="noStrike" cap="none" normalizeH="0" baseline="0" dirty="0" err="1">
                <a:ln>
                  <a:noFill/>
                </a:ln>
                <a:solidFill>
                  <a:srgbClr val="FF0000"/>
                </a:solidFill>
                <a:effectLst/>
                <a:latin typeface="Arial" panose="020B0604020202020204" pitchFamily="34" charset="0"/>
              </a:rPr>
              <a:t>Kiên</a:t>
            </a:r>
            <a:r>
              <a:rPr kumimoji="0" lang="en-US" altLang="en-US" sz="1800" b="0" i="0" u="none" strike="noStrike" cap="none" normalizeH="0" baseline="0" dirty="0">
                <a:ln>
                  <a:noFill/>
                </a:ln>
                <a:solidFill>
                  <a:srgbClr val="FF0000"/>
                </a:solidFill>
                <a:effectLst/>
                <a:latin typeface="Arial" panose="020B0604020202020204" pitchFamily="34" charset="0"/>
              </a:rPr>
              <a:t> Giang, </a:t>
            </a:r>
            <a:r>
              <a:rPr kumimoji="0" lang="en-US" altLang="en-US" sz="1800" b="0" i="0" u="none" strike="noStrike" cap="none" normalizeH="0" baseline="0" dirty="0" err="1">
                <a:ln>
                  <a:noFill/>
                </a:ln>
                <a:solidFill>
                  <a:srgbClr val="FF0000"/>
                </a:solidFill>
                <a:effectLst/>
                <a:latin typeface="Arial" panose="020B0604020202020204" pitchFamily="34" charset="0"/>
              </a:rPr>
              <a:t>phía</a:t>
            </a:r>
            <a:r>
              <a:rPr kumimoji="0" lang="en-US" altLang="en-US" sz="1800" b="0" i="0" u="none" strike="noStrike" cap="none" normalizeH="0" baseline="0" dirty="0">
                <a:ln>
                  <a:noFill/>
                </a:ln>
                <a:solidFill>
                  <a:srgbClr val="FF0000"/>
                </a:solidFill>
                <a:effectLst/>
                <a:latin typeface="Arial" panose="020B0604020202020204" pitchFamily="34" charset="0"/>
              </a:rPr>
              <a:t> Nam </a:t>
            </a:r>
            <a:r>
              <a:rPr kumimoji="0" lang="en-US" altLang="en-US" sz="1800" b="0" i="0" u="none" strike="noStrike" cap="none" normalizeH="0" baseline="0" dirty="0" err="1">
                <a:ln>
                  <a:noFill/>
                </a:ln>
                <a:solidFill>
                  <a:srgbClr val="FF0000"/>
                </a:solidFill>
                <a:effectLst/>
                <a:latin typeface="Arial" panose="020B0604020202020204" pitchFamily="34" charset="0"/>
              </a:rPr>
              <a:t>Việt</a:t>
            </a:r>
            <a:r>
              <a:rPr kumimoji="0" lang="en-US" altLang="en-US" sz="1800" b="0" i="0" u="none" strike="noStrike" cap="none" normalizeH="0" baseline="0" dirty="0">
                <a:ln>
                  <a:noFill/>
                </a:ln>
                <a:solidFill>
                  <a:srgbClr val="FF0000"/>
                </a:solidFill>
                <a:effectLst/>
                <a:latin typeface="Arial" panose="020B0604020202020204" pitchFamily="34" charset="0"/>
              </a:rPr>
              <a:t> Nam.</a:t>
            </a:r>
          </a:p>
        </p:txBody>
      </p:sp>
      <p:pic>
        <p:nvPicPr>
          <p:cNvPr id="6" name="Picture 5" descr="A green hills and blue water&#10;&#10;AI-generated content may be incorrect.">
            <a:extLst>
              <a:ext uri="{FF2B5EF4-FFF2-40B4-BE49-F238E27FC236}">
                <a16:creationId xmlns:a16="http://schemas.microsoft.com/office/drawing/2014/main" id="{72827098-0ECA-F2CA-5EE6-6FFFBB11EE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334" y="1357952"/>
            <a:ext cx="4265303" cy="2399233"/>
          </a:xfrm>
          <a:prstGeom prst="rect">
            <a:avLst/>
          </a:prstGeom>
        </p:spPr>
      </p:pic>
      <p:sp>
        <p:nvSpPr>
          <p:cNvPr id="8" name="TextBox 7">
            <a:extLst>
              <a:ext uri="{FF2B5EF4-FFF2-40B4-BE49-F238E27FC236}">
                <a16:creationId xmlns:a16="http://schemas.microsoft.com/office/drawing/2014/main" id="{359B268F-32DC-A5E5-8137-137D5BB3B9B1}"/>
              </a:ext>
            </a:extLst>
          </p:cNvPr>
          <p:cNvSpPr txBox="1"/>
          <p:nvPr/>
        </p:nvSpPr>
        <p:spPr>
          <a:xfrm>
            <a:off x="5527343" y="3016818"/>
            <a:ext cx="6114196"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rgbClr val="FF0000"/>
                </a:solidFill>
                <a:effectLst/>
                <a:latin typeface="Arial" panose="020B0604020202020204" pitchFamily="34" charset="0"/>
              </a:rPr>
              <a:t>Đặc</a:t>
            </a:r>
            <a:r>
              <a:rPr kumimoji="0" lang="en-US" altLang="en-US" sz="1800" b="0" i="0" u="none" strike="noStrike" cap="none" normalizeH="0" baseline="0" dirty="0">
                <a:ln>
                  <a:noFill/>
                </a:ln>
                <a:solidFill>
                  <a:srgbClr val="FF0000"/>
                </a:solidFill>
                <a:effectLst/>
                <a:latin typeface="Arial" panose="020B0604020202020204" pitchFamily="34" charset="0"/>
              </a:rPr>
              <a:t> </a:t>
            </a:r>
            <a:r>
              <a:rPr kumimoji="0" lang="en-US" altLang="en-US" sz="1800" b="0" i="0" u="none" strike="noStrike" cap="none" normalizeH="0" baseline="0" dirty="0" err="1">
                <a:ln>
                  <a:noFill/>
                </a:ln>
                <a:solidFill>
                  <a:srgbClr val="FF0000"/>
                </a:solidFill>
                <a:effectLst/>
                <a:latin typeface="Arial" panose="020B0604020202020204" pitchFamily="34" charset="0"/>
              </a:rPr>
              <a:t>điểm</a:t>
            </a:r>
            <a:r>
              <a:rPr kumimoji="0" lang="en-US" altLang="en-US" sz="1800" b="0" i="0" u="none" strike="noStrike" cap="none" normalizeH="0" baseline="0" dirty="0">
                <a:ln>
                  <a:noFill/>
                </a:ln>
                <a:solidFill>
                  <a:srgbClr val="FF0000"/>
                </a:solidFill>
                <a:effectLst/>
                <a:latin typeface="Arial" panose="020B0604020202020204" pitchFamily="34" charset="0"/>
              </a:rPr>
              <a:t>: </a:t>
            </a:r>
            <a:r>
              <a:rPr kumimoji="0" lang="en-US" altLang="en-US" sz="1800" b="0" i="0" u="none" strike="noStrike" cap="none" normalizeH="0" baseline="0" dirty="0" err="1">
                <a:ln>
                  <a:noFill/>
                </a:ln>
                <a:solidFill>
                  <a:srgbClr val="FF0000"/>
                </a:solidFill>
                <a:effectLst/>
                <a:latin typeface="Arial" panose="020B0604020202020204" pitchFamily="34" charset="0"/>
              </a:rPr>
              <a:t>Biển</a:t>
            </a:r>
            <a:r>
              <a:rPr kumimoji="0" lang="en-US" altLang="en-US" sz="1800" b="0" i="0" u="none" strike="noStrike" cap="none" normalizeH="0" baseline="0" dirty="0">
                <a:ln>
                  <a:noFill/>
                </a:ln>
                <a:solidFill>
                  <a:srgbClr val="FF0000"/>
                </a:solidFill>
                <a:effectLst/>
                <a:latin typeface="Arial" panose="020B0604020202020204" pitchFamily="34" charset="0"/>
              </a:rPr>
              <a:t> </a:t>
            </a:r>
            <a:r>
              <a:rPr kumimoji="0" lang="en-US" altLang="en-US" sz="1800" b="0" i="0" u="none" strike="noStrike" cap="none" normalizeH="0" baseline="0" dirty="0" err="1">
                <a:ln>
                  <a:noFill/>
                </a:ln>
                <a:solidFill>
                  <a:srgbClr val="FF0000"/>
                </a:solidFill>
                <a:effectLst/>
                <a:latin typeface="Arial" panose="020B0604020202020204" pitchFamily="34" charset="0"/>
              </a:rPr>
              <a:t>xanh</a:t>
            </a:r>
            <a:r>
              <a:rPr kumimoji="0" lang="en-US" altLang="en-US" sz="1800" b="0" i="0" u="none" strike="noStrike" cap="none" normalizeH="0" baseline="0" dirty="0">
                <a:ln>
                  <a:noFill/>
                </a:ln>
                <a:solidFill>
                  <a:srgbClr val="FF0000"/>
                </a:solidFill>
                <a:effectLst/>
                <a:latin typeface="Arial" panose="020B0604020202020204" pitchFamily="34" charset="0"/>
              </a:rPr>
              <a:t>, </a:t>
            </a:r>
            <a:r>
              <a:rPr kumimoji="0" lang="en-US" altLang="en-US" sz="1800" b="0" i="0" u="none" strike="noStrike" cap="none" normalizeH="0" baseline="0" dirty="0" err="1">
                <a:ln>
                  <a:noFill/>
                </a:ln>
                <a:solidFill>
                  <a:srgbClr val="FF0000"/>
                </a:solidFill>
                <a:effectLst/>
                <a:latin typeface="Arial" panose="020B0604020202020204" pitchFamily="34" charset="0"/>
              </a:rPr>
              <a:t>cát</a:t>
            </a:r>
            <a:r>
              <a:rPr kumimoji="0" lang="en-US" altLang="en-US" sz="1800" b="0" i="0" u="none" strike="noStrike" cap="none" normalizeH="0" baseline="0" dirty="0">
                <a:ln>
                  <a:noFill/>
                </a:ln>
                <a:solidFill>
                  <a:srgbClr val="FF0000"/>
                </a:solidFill>
                <a:effectLst/>
                <a:latin typeface="Arial" panose="020B0604020202020204" pitchFamily="34" charset="0"/>
              </a:rPr>
              <a:t> </a:t>
            </a:r>
            <a:r>
              <a:rPr kumimoji="0" lang="en-US" altLang="en-US" sz="1800" b="0" i="0" u="none" strike="noStrike" cap="none" normalizeH="0" baseline="0" dirty="0" err="1">
                <a:ln>
                  <a:noFill/>
                </a:ln>
                <a:solidFill>
                  <a:srgbClr val="FF0000"/>
                </a:solidFill>
                <a:effectLst/>
                <a:latin typeface="Arial" panose="020B0604020202020204" pitchFamily="34" charset="0"/>
              </a:rPr>
              <a:t>trắng</a:t>
            </a:r>
            <a:r>
              <a:rPr kumimoji="0" lang="en-US" altLang="en-US" sz="1800" b="0" i="0" u="none" strike="noStrike" cap="none" normalizeH="0" baseline="0" dirty="0">
                <a:ln>
                  <a:noFill/>
                </a:ln>
                <a:solidFill>
                  <a:srgbClr val="FF0000"/>
                </a:solidFill>
                <a:effectLst/>
                <a:latin typeface="Arial" panose="020B0604020202020204" pitchFamily="34" charset="0"/>
              </a:rPr>
              <a:t>, </a:t>
            </a:r>
            <a:r>
              <a:rPr kumimoji="0" lang="en-US" altLang="en-US" sz="1800" b="0" i="0" u="none" strike="noStrike" cap="none" normalizeH="0" baseline="0" dirty="0" err="1">
                <a:ln>
                  <a:noFill/>
                </a:ln>
                <a:solidFill>
                  <a:srgbClr val="FF0000"/>
                </a:solidFill>
                <a:effectLst/>
                <a:latin typeface="Arial" panose="020B0604020202020204" pitchFamily="34" charset="0"/>
              </a:rPr>
              <a:t>nắng</a:t>
            </a:r>
            <a:r>
              <a:rPr kumimoji="0" lang="en-US" altLang="en-US" sz="1800" b="0" i="0" u="none" strike="noStrike" cap="none" normalizeH="0" baseline="0" dirty="0">
                <a:ln>
                  <a:noFill/>
                </a:ln>
                <a:solidFill>
                  <a:srgbClr val="FF0000"/>
                </a:solidFill>
                <a:effectLst/>
                <a:latin typeface="Arial" panose="020B0604020202020204" pitchFamily="34" charset="0"/>
              </a:rPr>
              <a:t> </a:t>
            </a:r>
            <a:r>
              <a:rPr kumimoji="0" lang="en-US" altLang="en-US" sz="1800" b="0" i="0" u="none" strike="noStrike" cap="none" normalizeH="0" baseline="0" dirty="0" err="1">
                <a:ln>
                  <a:noFill/>
                </a:ln>
                <a:solidFill>
                  <a:srgbClr val="FF0000"/>
                </a:solidFill>
                <a:effectLst/>
                <a:latin typeface="Arial" panose="020B0604020202020204" pitchFamily="34" charset="0"/>
              </a:rPr>
              <a:t>vàng</a:t>
            </a:r>
            <a:r>
              <a:rPr kumimoji="0" lang="en-US" altLang="en-US" sz="1800" b="0" i="0" u="none" strike="noStrike" cap="none" normalizeH="0" baseline="0" dirty="0">
                <a:ln>
                  <a:noFill/>
                </a:ln>
                <a:solidFill>
                  <a:srgbClr val="FF0000"/>
                </a:solidFill>
                <a:effectLst/>
                <a:latin typeface="Arial" panose="020B0604020202020204" pitchFamily="34" charset="0"/>
              </a:rPr>
              <a:t> </a:t>
            </a:r>
            <a:r>
              <a:rPr kumimoji="0" lang="en-US" altLang="en-US" sz="1800" b="0" i="0" u="none" strike="noStrike" cap="none" normalizeH="0" baseline="0" dirty="0" err="1">
                <a:ln>
                  <a:noFill/>
                </a:ln>
                <a:solidFill>
                  <a:srgbClr val="FF0000"/>
                </a:solidFill>
                <a:effectLst/>
                <a:latin typeface="Arial" panose="020B0604020202020204" pitchFamily="34" charset="0"/>
              </a:rPr>
              <a:t>quanh</a:t>
            </a:r>
            <a:r>
              <a:rPr kumimoji="0" lang="en-US" altLang="en-US" sz="1800" b="0" i="0" u="none" strike="noStrike" cap="none" normalizeH="0" baseline="0" dirty="0">
                <a:ln>
                  <a:noFill/>
                </a:ln>
                <a:solidFill>
                  <a:srgbClr val="FF0000"/>
                </a:solidFill>
                <a:effectLst/>
                <a:latin typeface="Arial" panose="020B0604020202020204" pitchFamily="34" charset="0"/>
              </a:rPr>
              <a:t> </a:t>
            </a:r>
            <a:r>
              <a:rPr kumimoji="0" lang="en-US" altLang="en-US" sz="1800" b="0" i="0" u="none" strike="noStrike" cap="none" normalizeH="0" baseline="0" dirty="0" err="1">
                <a:ln>
                  <a:noFill/>
                </a:ln>
                <a:solidFill>
                  <a:srgbClr val="FF0000"/>
                </a:solidFill>
                <a:effectLst/>
                <a:latin typeface="Arial" panose="020B0604020202020204" pitchFamily="34" charset="0"/>
              </a:rPr>
              <a:t>năm</a:t>
            </a:r>
            <a:r>
              <a:rPr kumimoji="0" lang="en-US" altLang="en-US" sz="1800" b="0" i="0" u="none" strike="noStrike" cap="none" normalizeH="0" baseline="0" dirty="0">
                <a:ln>
                  <a:noFill/>
                </a:ln>
                <a:solidFill>
                  <a:srgbClr val="FF0000"/>
                </a:solidFill>
                <a:effectLst/>
                <a:latin typeface="Arial" panose="020B0604020202020204" pitchFamily="34" charset="0"/>
              </a:rPr>
              <a:t>.</a:t>
            </a:r>
          </a:p>
        </p:txBody>
      </p:sp>
      <p:pic>
        <p:nvPicPr>
          <p:cNvPr id="10" name="Picture 9" descr="A beach with palm trees and blue water&#10;&#10;AI-generated content may be incorrect.">
            <a:extLst>
              <a:ext uri="{FF2B5EF4-FFF2-40B4-BE49-F238E27FC236}">
                <a16:creationId xmlns:a16="http://schemas.microsoft.com/office/drawing/2014/main" id="{A3962881-6A6F-0F2F-79E3-9CF5000F64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39284" y="295316"/>
            <a:ext cx="4508478" cy="2536019"/>
          </a:xfrm>
          <a:prstGeom prst="rect">
            <a:avLst/>
          </a:prstGeom>
        </p:spPr>
      </p:pic>
      <p:sp>
        <p:nvSpPr>
          <p:cNvPr id="12" name="TextBox 11">
            <a:extLst>
              <a:ext uri="{FF2B5EF4-FFF2-40B4-BE49-F238E27FC236}">
                <a16:creationId xmlns:a16="http://schemas.microsoft.com/office/drawing/2014/main" id="{B940D9B8-8FE0-C456-8A73-78148586AD21}"/>
              </a:ext>
            </a:extLst>
          </p:cNvPr>
          <p:cNvSpPr txBox="1"/>
          <p:nvPr/>
        </p:nvSpPr>
        <p:spPr>
          <a:xfrm>
            <a:off x="5527343" y="6344230"/>
            <a:ext cx="6107372"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rgbClr val="FF0000"/>
                </a:solidFill>
                <a:effectLst/>
                <a:latin typeface="Arial" panose="020B0604020202020204" pitchFamily="34" charset="0"/>
              </a:rPr>
              <a:t>Nổi</a:t>
            </a:r>
            <a:r>
              <a:rPr kumimoji="0" lang="en-US" altLang="en-US" sz="1800" b="0" i="0" u="none" strike="noStrike" cap="none" normalizeH="0" baseline="0" dirty="0">
                <a:ln>
                  <a:noFill/>
                </a:ln>
                <a:solidFill>
                  <a:srgbClr val="FF0000"/>
                </a:solidFill>
                <a:effectLst/>
                <a:latin typeface="Arial" panose="020B0604020202020204" pitchFamily="34" charset="0"/>
              </a:rPr>
              <a:t> </a:t>
            </a:r>
            <a:r>
              <a:rPr kumimoji="0" lang="en-US" altLang="en-US" sz="1800" b="0" i="0" u="none" strike="noStrike" cap="none" normalizeH="0" baseline="0" dirty="0" err="1">
                <a:ln>
                  <a:noFill/>
                </a:ln>
                <a:solidFill>
                  <a:srgbClr val="FF0000"/>
                </a:solidFill>
                <a:effectLst/>
                <a:latin typeface="Arial" panose="020B0604020202020204" pitchFamily="34" charset="0"/>
              </a:rPr>
              <a:t>tiếng</a:t>
            </a:r>
            <a:r>
              <a:rPr kumimoji="0" lang="en-US" altLang="en-US" sz="1800" b="0" i="0" u="none" strike="noStrike" cap="none" normalizeH="0" baseline="0" dirty="0">
                <a:ln>
                  <a:noFill/>
                </a:ln>
                <a:solidFill>
                  <a:srgbClr val="FF0000"/>
                </a:solidFill>
                <a:effectLst/>
                <a:latin typeface="Arial" panose="020B0604020202020204" pitchFamily="34" charset="0"/>
              </a:rPr>
              <a:t> </a:t>
            </a:r>
            <a:r>
              <a:rPr kumimoji="0" lang="en-US" altLang="en-US" sz="1800" b="0" i="0" u="none" strike="noStrike" cap="none" normalizeH="0" baseline="0" dirty="0" err="1">
                <a:ln>
                  <a:noFill/>
                </a:ln>
                <a:solidFill>
                  <a:srgbClr val="FF0000"/>
                </a:solidFill>
                <a:effectLst/>
                <a:latin typeface="Arial" panose="020B0604020202020204" pitchFamily="34" charset="0"/>
              </a:rPr>
              <a:t>với</a:t>
            </a:r>
            <a:r>
              <a:rPr kumimoji="0" lang="en-US" altLang="en-US" sz="1800" b="0" i="0" u="none" strike="noStrike" cap="none" normalizeH="0" baseline="0" dirty="0">
                <a:ln>
                  <a:noFill/>
                </a:ln>
                <a:solidFill>
                  <a:srgbClr val="FF0000"/>
                </a:solidFill>
                <a:effectLst/>
                <a:latin typeface="Arial" panose="020B0604020202020204" pitchFamily="34" charset="0"/>
              </a:rPr>
              <a:t> du </a:t>
            </a:r>
            <a:r>
              <a:rPr kumimoji="0" lang="en-US" altLang="en-US" sz="1800" b="0" i="0" u="none" strike="noStrike" cap="none" normalizeH="0" baseline="0" dirty="0" err="1">
                <a:ln>
                  <a:noFill/>
                </a:ln>
                <a:solidFill>
                  <a:srgbClr val="FF0000"/>
                </a:solidFill>
                <a:effectLst/>
                <a:latin typeface="Arial" panose="020B0604020202020204" pitchFamily="34" charset="0"/>
              </a:rPr>
              <a:t>lịch</a:t>
            </a:r>
            <a:r>
              <a:rPr kumimoji="0" lang="en-US" altLang="en-US" sz="1800" b="0" i="0" u="none" strike="noStrike" cap="none" normalizeH="0" baseline="0" dirty="0">
                <a:ln>
                  <a:noFill/>
                </a:ln>
                <a:solidFill>
                  <a:srgbClr val="FF0000"/>
                </a:solidFill>
                <a:effectLst/>
                <a:latin typeface="Arial" panose="020B0604020202020204" pitchFamily="34" charset="0"/>
              </a:rPr>
              <a:t> </a:t>
            </a:r>
            <a:r>
              <a:rPr kumimoji="0" lang="en-US" altLang="en-US" sz="1800" b="0" i="0" u="none" strike="noStrike" cap="none" normalizeH="0" baseline="0" dirty="0" err="1">
                <a:ln>
                  <a:noFill/>
                </a:ln>
                <a:solidFill>
                  <a:srgbClr val="FF0000"/>
                </a:solidFill>
                <a:effectLst/>
                <a:latin typeface="Arial" panose="020B0604020202020204" pitchFamily="34" charset="0"/>
              </a:rPr>
              <a:t>sinh</a:t>
            </a:r>
            <a:r>
              <a:rPr kumimoji="0" lang="en-US" altLang="en-US" sz="1800" b="0" i="0" u="none" strike="noStrike" cap="none" normalizeH="0" baseline="0" dirty="0">
                <a:ln>
                  <a:noFill/>
                </a:ln>
                <a:solidFill>
                  <a:srgbClr val="FF0000"/>
                </a:solidFill>
                <a:effectLst/>
                <a:latin typeface="Arial" panose="020B0604020202020204" pitchFamily="34" charset="0"/>
              </a:rPr>
              <a:t> </a:t>
            </a:r>
            <a:r>
              <a:rPr kumimoji="0" lang="en-US" altLang="en-US" sz="1800" b="0" i="0" u="none" strike="noStrike" cap="none" normalizeH="0" baseline="0" dirty="0" err="1">
                <a:ln>
                  <a:noFill/>
                </a:ln>
                <a:solidFill>
                  <a:srgbClr val="FF0000"/>
                </a:solidFill>
                <a:effectLst/>
                <a:latin typeface="Arial" panose="020B0604020202020204" pitchFamily="34" charset="0"/>
              </a:rPr>
              <a:t>thái</a:t>
            </a:r>
            <a:r>
              <a:rPr kumimoji="0" lang="en-US" altLang="en-US" sz="1800" b="0" i="0" u="none" strike="noStrike" cap="none" normalizeH="0" baseline="0" dirty="0">
                <a:ln>
                  <a:noFill/>
                </a:ln>
                <a:solidFill>
                  <a:srgbClr val="FF0000"/>
                </a:solidFill>
                <a:effectLst/>
                <a:latin typeface="Arial" panose="020B0604020202020204" pitchFamily="34" charset="0"/>
              </a:rPr>
              <a:t> </a:t>
            </a:r>
            <a:r>
              <a:rPr kumimoji="0" lang="en-US" altLang="en-US" sz="1800" b="0" i="0" u="none" strike="noStrike" cap="none" normalizeH="0" baseline="0" dirty="0" err="1">
                <a:ln>
                  <a:noFill/>
                </a:ln>
                <a:solidFill>
                  <a:srgbClr val="FF0000"/>
                </a:solidFill>
                <a:effectLst/>
                <a:latin typeface="Arial" panose="020B0604020202020204" pitchFamily="34" charset="0"/>
              </a:rPr>
              <a:t>và</a:t>
            </a:r>
            <a:r>
              <a:rPr kumimoji="0" lang="en-US" altLang="en-US" sz="1800" b="0" i="0" u="none" strike="noStrike" cap="none" normalizeH="0" baseline="0" dirty="0">
                <a:ln>
                  <a:noFill/>
                </a:ln>
                <a:solidFill>
                  <a:srgbClr val="FF0000"/>
                </a:solidFill>
                <a:effectLst/>
                <a:latin typeface="Arial" panose="020B0604020202020204" pitchFamily="34" charset="0"/>
              </a:rPr>
              <a:t> </a:t>
            </a:r>
            <a:r>
              <a:rPr kumimoji="0" lang="en-US" altLang="en-US" sz="1800" b="0" i="0" u="none" strike="noStrike" cap="none" normalizeH="0" baseline="0" dirty="0" err="1">
                <a:ln>
                  <a:noFill/>
                </a:ln>
                <a:solidFill>
                  <a:srgbClr val="FF0000"/>
                </a:solidFill>
                <a:effectLst/>
                <a:latin typeface="Arial" panose="020B0604020202020204" pitchFamily="34" charset="0"/>
              </a:rPr>
              <a:t>nghỉ</a:t>
            </a:r>
            <a:r>
              <a:rPr kumimoji="0" lang="en-US" altLang="en-US" sz="1800" b="0" i="0" u="none" strike="noStrike" cap="none" normalizeH="0" baseline="0" dirty="0">
                <a:ln>
                  <a:noFill/>
                </a:ln>
                <a:solidFill>
                  <a:srgbClr val="FF0000"/>
                </a:solidFill>
                <a:effectLst/>
                <a:latin typeface="Arial" panose="020B0604020202020204" pitchFamily="34" charset="0"/>
              </a:rPr>
              <a:t> </a:t>
            </a:r>
            <a:r>
              <a:rPr kumimoji="0" lang="en-US" altLang="en-US" sz="1800" b="0" i="0" u="none" strike="noStrike" cap="none" normalizeH="0" baseline="0" dirty="0" err="1">
                <a:ln>
                  <a:noFill/>
                </a:ln>
                <a:solidFill>
                  <a:srgbClr val="FF0000"/>
                </a:solidFill>
                <a:effectLst/>
                <a:latin typeface="Arial" panose="020B0604020202020204" pitchFamily="34" charset="0"/>
              </a:rPr>
              <a:t>dưỡng</a:t>
            </a:r>
            <a:r>
              <a:rPr kumimoji="0" lang="en-US" altLang="en-US" sz="1800" b="0" i="0" u="none" strike="noStrike" cap="none" normalizeH="0" baseline="0" dirty="0">
                <a:ln>
                  <a:noFill/>
                </a:ln>
                <a:solidFill>
                  <a:srgbClr val="FF0000"/>
                </a:solidFill>
                <a:effectLst/>
                <a:latin typeface="Arial" panose="020B0604020202020204" pitchFamily="34" charset="0"/>
              </a:rPr>
              <a:t> </a:t>
            </a:r>
            <a:r>
              <a:rPr kumimoji="0" lang="en-US" altLang="en-US" sz="1800" b="0" i="0" u="none" strike="noStrike" cap="none" normalizeH="0" baseline="0" dirty="0" err="1">
                <a:ln>
                  <a:noFill/>
                </a:ln>
                <a:solidFill>
                  <a:srgbClr val="FF0000"/>
                </a:solidFill>
                <a:effectLst/>
                <a:latin typeface="Arial" panose="020B0604020202020204" pitchFamily="34" charset="0"/>
              </a:rPr>
              <a:t>cao</a:t>
            </a:r>
            <a:r>
              <a:rPr kumimoji="0" lang="en-US" altLang="en-US" sz="1800" b="0" i="0" u="none" strike="noStrike" cap="none" normalizeH="0" baseline="0" dirty="0">
                <a:ln>
                  <a:noFill/>
                </a:ln>
                <a:solidFill>
                  <a:srgbClr val="FF0000"/>
                </a:solidFill>
                <a:effectLst/>
                <a:latin typeface="Arial" panose="020B0604020202020204" pitchFamily="34" charset="0"/>
              </a:rPr>
              <a:t> </a:t>
            </a:r>
            <a:r>
              <a:rPr kumimoji="0" lang="en-US" altLang="en-US" sz="1800" b="0" i="0" u="none" strike="noStrike" cap="none" normalizeH="0" baseline="0" dirty="0" err="1">
                <a:ln>
                  <a:noFill/>
                </a:ln>
                <a:solidFill>
                  <a:srgbClr val="FF0000"/>
                </a:solidFill>
                <a:effectLst/>
                <a:latin typeface="Arial" panose="020B0604020202020204" pitchFamily="34" charset="0"/>
              </a:rPr>
              <a:t>cấp</a:t>
            </a:r>
            <a:r>
              <a:rPr kumimoji="0" lang="en-US" altLang="en-US" sz="1800" b="0" i="0" u="none" strike="noStrike" cap="none" normalizeH="0" baseline="0" dirty="0">
                <a:ln>
                  <a:noFill/>
                </a:ln>
                <a:solidFill>
                  <a:srgbClr val="FF0000"/>
                </a:solidFill>
                <a:effectLst/>
                <a:latin typeface="Arial" panose="020B0604020202020204" pitchFamily="34" charset="0"/>
              </a:rPr>
              <a:t>.</a:t>
            </a:r>
          </a:p>
        </p:txBody>
      </p:sp>
      <p:pic>
        <p:nvPicPr>
          <p:cNvPr id="14" name="Picture 13" descr="A beach with buildings and a body of water&#10;&#10;AI-generated content may be incorrect.">
            <a:extLst>
              <a:ext uri="{FF2B5EF4-FFF2-40B4-BE49-F238E27FC236}">
                <a16:creationId xmlns:a16="http://schemas.microsoft.com/office/drawing/2014/main" id="{C0FCC8FF-B6E8-ED48-B49A-B35923AE44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01240" y="3571632"/>
            <a:ext cx="4455813" cy="2501621"/>
          </a:xfrm>
          <a:prstGeom prst="rect">
            <a:avLst/>
          </a:prstGeom>
        </p:spPr>
      </p:pic>
    </p:spTree>
    <p:extLst>
      <p:ext uri="{BB962C8B-B14F-4D97-AF65-F5344CB8AC3E}">
        <p14:creationId xmlns:p14="http://schemas.microsoft.com/office/powerpoint/2010/main" val="1199864452"/>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barn(inVertical)">
                                      <p:cBhvr>
                                        <p:cTn id="10" dur="5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barn(inVertical)">
                                      <p:cBhvr>
                                        <p:cTn id="15" dur="500"/>
                                        <p:tgtEl>
                                          <p:spTgt spid="14"/>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barn(inVertical)">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circle(in)">
                                      <p:cBhvr>
                                        <p:cTn id="23" dur="2000"/>
                                        <p:tgtEl>
                                          <p:spTgt spid="10"/>
                                        </p:tgtEl>
                                      </p:cBhvr>
                                    </p:animEffect>
                                  </p:childTnLst>
                                </p:cTn>
                              </p:par>
                              <p:par>
                                <p:cTn id="24" presetID="6" presetClass="entr" presetSubtype="16"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circle(in)">
                                      <p:cBhvr>
                                        <p:cTn id="26"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8" grpId="0"/>
      <p:bldP spid="1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62FAF-F67A-D363-4102-A0FA442EF7F1}"/>
              </a:ext>
            </a:extLst>
          </p:cNvPr>
          <p:cNvSpPr>
            <a:spLocks noGrp="1"/>
          </p:cNvSpPr>
          <p:nvPr>
            <p:ph type="title"/>
          </p:nvPr>
        </p:nvSpPr>
        <p:spPr/>
        <p:txBody>
          <a:bodyPr/>
          <a:lstStyle/>
          <a:p>
            <a:r>
              <a:rPr lang="en-US" dirty="0" err="1"/>
              <a:t>Các</a:t>
            </a:r>
            <a:r>
              <a:rPr lang="en-US" dirty="0"/>
              <a:t> </a:t>
            </a:r>
            <a:r>
              <a:rPr lang="en-US" dirty="0" err="1"/>
              <a:t>điểm</a:t>
            </a:r>
            <a:r>
              <a:rPr lang="en-US" dirty="0"/>
              <a:t> </a:t>
            </a:r>
            <a:r>
              <a:rPr lang="en-US" dirty="0" err="1"/>
              <a:t>nổi</a:t>
            </a:r>
            <a:r>
              <a:rPr lang="en-US" dirty="0"/>
              <a:t> </a:t>
            </a:r>
            <a:r>
              <a:rPr lang="en-US" dirty="0" err="1"/>
              <a:t>bật</a:t>
            </a:r>
            <a:endParaRPr lang="en-US" dirty="0"/>
          </a:p>
        </p:txBody>
      </p:sp>
      <p:graphicFrame>
        <p:nvGraphicFramePr>
          <p:cNvPr id="5" name="Content Placeholder 4">
            <a:extLst>
              <a:ext uri="{FF2B5EF4-FFF2-40B4-BE49-F238E27FC236}">
                <a16:creationId xmlns:a16="http://schemas.microsoft.com/office/drawing/2014/main" id="{669BD040-6B02-256A-C22D-C9FA18A6D96F}"/>
              </a:ext>
            </a:extLst>
          </p:cNvPr>
          <p:cNvGraphicFramePr>
            <a:graphicFrameLocks noGrp="1"/>
          </p:cNvGraphicFramePr>
          <p:nvPr>
            <p:ph idx="1"/>
            <p:extLst>
              <p:ext uri="{D42A27DB-BD31-4B8C-83A1-F6EECF244321}">
                <p14:modId xmlns:p14="http://schemas.microsoft.com/office/powerpoint/2010/main" val="1969328960"/>
              </p:ext>
            </p:extLst>
          </p:nvPr>
        </p:nvGraphicFramePr>
        <p:xfrm>
          <a:off x="0" y="1022859"/>
          <a:ext cx="12192000" cy="48122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37131582"/>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down)">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5" grpId="0">
        <p:bldAsOne/>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92E4A-8AC8-D315-2487-FE96C39C8D31}"/>
              </a:ext>
            </a:extLst>
          </p:cNvPr>
          <p:cNvSpPr>
            <a:spLocks noGrp="1"/>
          </p:cNvSpPr>
          <p:nvPr>
            <p:ph type="title"/>
          </p:nvPr>
        </p:nvSpPr>
        <p:spPr/>
        <p:txBody>
          <a:bodyPr/>
          <a:lstStyle/>
          <a:p>
            <a:r>
              <a:rPr lang="en-US" dirty="0" err="1"/>
              <a:t>Bảng</a:t>
            </a:r>
            <a:r>
              <a:rPr lang="en-US" dirty="0"/>
              <a:t> </a:t>
            </a:r>
            <a:r>
              <a:rPr lang="en-US" dirty="0" err="1"/>
              <a:t>thông</a:t>
            </a:r>
            <a:r>
              <a:rPr lang="en-US" dirty="0"/>
              <a:t> tin</a:t>
            </a:r>
          </a:p>
        </p:txBody>
      </p:sp>
      <p:graphicFrame>
        <p:nvGraphicFramePr>
          <p:cNvPr id="6" name="Content Placeholder 5">
            <a:extLst>
              <a:ext uri="{FF2B5EF4-FFF2-40B4-BE49-F238E27FC236}">
                <a16:creationId xmlns:a16="http://schemas.microsoft.com/office/drawing/2014/main" id="{C5B9316B-5FE9-C4A9-8671-1778A3E74108}"/>
              </a:ext>
            </a:extLst>
          </p:cNvPr>
          <p:cNvGraphicFramePr>
            <a:graphicFrameLocks noGrp="1"/>
          </p:cNvGraphicFramePr>
          <p:nvPr>
            <p:ph idx="1"/>
            <p:extLst>
              <p:ext uri="{D42A27DB-BD31-4B8C-83A1-F6EECF244321}">
                <p14:modId xmlns:p14="http://schemas.microsoft.com/office/powerpoint/2010/main" val="2979275712"/>
              </p:ext>
            </p:extLst>
          </p:nvPr>
        </p:nvGraphicFramePr>
        <p:xfrm>
          <a:off x="338931" y="1764803"/>
          <a:ext cx="11514138" cy="2520596"/>
        </p:xfrm>
        <a:graphic>
          <a:graphicData uri="http://schemas.openxmlformats.org/drawingml/2006/table">
            <a:tbl>
              <a:tblPr firstRow="1" bandRow="1">
                <a:tableStyleId>{5C22544A-7EE6-4342-B048-85BDC9FD1C3A}</a:tableStyleId>
              </a:tblPr>
              <a:tblGrid>
                <a:gridCol w="5757069">
                  <a:extLst>
                    <a:ext uri="{9D8B030D-6E8A-4147-A177-3AD203B41FA5}">
                      <a16:colId xmlns:a16="http://schemas.microsoft.com/office/drawing/2014/main" val="451656686"/>
                    </a:ext>
                  </a:extLst>
                </a:gridCol>
                <a:gridCol w="5757069">
                  <a:extLst>
                    <a:ext uri="{9D8B030D-6E8A-4147-A177-3AD203B41FA5}">
                      <a16:colId xmlns:a16="http://schemas.microsoft.com/office/drawing/2014/main" val="117969060"/>
                    </a:ext>
                  </a:extLst>
                </a:gridCol>
              </a:tblGrid>
              <a:tr h="630149">
                <a:tc>
                  <a:txBody>
                    <a:bodyPr/>
                    <a:lstStyle/>
                    <a:p>
                      <a:r>
                        <a:rPr lang="en-US" sz="2800" dirty="0" err="1"/>
                        <a:t>Nội</a:t>
                      </a:r>
                      <a:r>
                        <a:rPr lang="en-US" sz="2800" dirty="0"/>
                        <a:t> dung</a:t>
                      </a:r>
                    </a:p>
                  </a:txBody>
                  <a:tcPr/>
                </a:tc>
                <a:tc>
                  <a:txBody>
                    <a:bodyPr/>
                    <a:lstStyle/>
                    <a:p>
                      <a:r>
                        <a:rPr lang="en-US" sz="2800" dirty="0"/>
                        <a:t>Chi </a:t>
                      </a:r>
                      <a:r>
                        <a:rPr lang="en-US" sz="2800" dirty="0" err="1"/>
                        <a:t>tiết</a:t>
                      </a:r>
                      <a:endParaRPr lang="en-US" sz="2800" dirty="0"/>
                    </a:p>
                  </a:txBody>
                  <a:tcPr/>
                </a:tc>
                <a:extLst>
                  <a:ext uri="{0D108BD9-81ED-4DB2-BD59-A6C34878D82A}">
                    <a16:rowId xmlns:a16="http://schemas.microsoft.com/office/drawing/2014/main" val="783744601"/>
                  </a:ext>
                </a:extLst>
              </a:tr>
              <a:tr h="630149">
                <a:tc>
                  <a:txBody>
                    <a:bodyPr/>
                    <a:lstStyle/>
                    <a:p>
                      <a:r>
                        <a:rPr lang="en-US" sz="2800" dirty="0" err="1"/>
                        <a:t>Khách</a:t>
                      </a:r>
                      <a:r>
                        <a:rPr lang="en-US" sz="2800" dirty="0"/>
                        <a:t> </a:t>
                      </a:r>
                      <a:r>
                        <a:rPr lang="en-US" sz="2800" dirty="0" err="1"/>
                        <a:t>sạn</a:t>
                      </a:r>
                      <a:endParaRPr lang="en-US" sz="2800" dirty="0"/>
                    </a:p>
                  </a:txBody>
                  <a:tcPr/>
                </a:tc>
                <a:tc>
                  <a:txBody>
                    <a:bodyPr/>
                    <a:lstStyle/>
                    <a:p>
                      <a:r>
                        <a:rPr lang="vi-VN" sz="2800" dirty="0"/>
                        <a:t>Vinpearl, Novotel, Mường Thanh</a:t>
                      </a:r>
                      <a:endParaRPr lang="en-US" sz="2800" dirty="0"/>
                    </a:p>
                  </a:txBody>
                  <a:tcPr/>
                </a:tc>
                <a:extLst>
                  <a:ext uri="{0D108BD9-81ED-4DB2-BD59-A6C34878D82A}">
                    <a16:rowId xmlns:a16="http://schemas.microsoft.com/office/drawing/2014/main" val="3198929393"/>
                  </a:ext>
                </a:extLst>
              </a:tr>
              <a:tr h="630149">
                <a:tc>
                  <a:txBody>
                    <a:bodyPr/>
                    <a:lstStyle/>
                    <a:p>
                      <a:r>
                        <a:rPr lang="en-US" sz="2800" dirty="0" err="1"/>
                        <a:t>Phương</a:t>
                      </a:r>
                      <a:r>
                        <a:rPr lang="en-US" sz="2800" dirty="0"/>
                        <a:t> </a:t>
                      </a:r>
                      <a:r>
                        <a:rPr lang="en-US" sz="2800" dirty="0" err="1"/>
                        <a:t>tiện</a:t>
                      </a:r>
                      <a:endParaRPr lang="en-US" sz="2800" dirty="0"/>
                    </a:p>
                  </a:txBody>
                  <a:tcPr/>
                </a:tc>
                <a:tc>
                  <a:txBody>
                    <a:bodyPr/>
                    <a:lstStyle/>
                    <a:p>
                      <a:r>
                        <a:rPr lang="en-US" sz="2800" dirty="0" err="1"/>
                        <a:t>Máy</a:t>
                      </a:r>
                      <a:r>
                        <a:rPr lang="en-US" sz="2800" dirty="0"/>
                        <a:t> bay, </a:t>
                      </a:r>
                      <a:r>
                        <a:rPr lang="en-US" sz="2800" dirty="0" err="1"/>
                        <a:t>tàu</a:t>
                      </a:r>
                      <a:r>
                        <a:rPr lang="en-US" sz="2800" dirty="0"/>
                        <a:t> </a:t>
                      </a:r>
                      <a:r>
                        <a:rPr lang="en-US" sz="2800" dirty="0" err="1"/>
                        <a:t>cao</a:t>
                      </a:r>
                      <a:r>
                        <a:rPr lang="en-US" sz="2800" dirty="0"/>
                        <a:t> </a:t>
                      </a:r>
                      <a:r>
                        <a:rPr lang="en-US" sz="2800" dirty="0" err="1"/>
                        <a:t>tốc</a:t>
                      </a:r>
                      <a:endParaRPr lang="en-US" sz="2800" dirty="0"/>
                    </a:p>
                  </a:txBody>
                  <a:tcPr/>
                </a:tc>
                <a:extLst>
                  <a:ext uri="{0D108BD9-81ED-4DB2-BD59-A6C34878D82A}">
                    <a16:rowId xmlns:a16="http://schemas.microsoft.com/office/drawing/2014/main" val="4208344487"/>
                  </a:ext>
                </a:extLst>
              </a:tr>
              <a:tr h="630149">
                <a:tc>
                  <a:txBody>
                    <a:bodyPr/>
                    <a:lstStyle/>
                    <a:p>
                      <a:r>
                        <a:rPr lang="en-US" sz="2800" dirty="0" err="1"/>
                        <a:t>Giá</a:t>
                      </a:r>
                      <a:r>
                        <a:rPr lang="en-US" sz="2800" dirty="0"/>
                        <a:t> </a:t>
                      </a:r>
                      <a:r>
                        <a:rPr lang="en-US" sz="2800" dirty="0" err="1"/>
                        <a:t>vé</a:t>
                      </a:r>
                      <a:r>
                        <a:rPr lang="en-US" sz="2800" dirty="0"/>
                        <a:t> </a:t>
                      </a:r>
                      <a:r>
                        <a:rPr lang="en-US" sz="2800" dirty="0" err="1"/>
                        <a:t>tham</a:t>
                      </a:r>
                      <a:r>
                        <a:rPr lang="en-US" sz="2800" dirty="0"/>
                        <a:t> </a:t>
                      </a:r>
                      <a:r>
                        <a:rPr lang="en-US" sz="2800" dirty="0" err="1"/>
                        <a:t>quan</a:t>
                      </a:r>
                      <a:endParaRPr lang="en-US" sz="2800" dirty="0"/>
                    </a:p>
                  </a:txBody>
                  <a:tcPr/>
                </a:tc>
                <a:tc>
                  <a:txBody>
                    <a:bodyPr/>
                    <a:lstStyle/>
                    <a:p>
                      <a:r>
                        <a:rPr lang="en-US" sz="2800" dirty="0"/>
                        <a:t>150.000 – 500.000 VNĐ</a:t>
                      </a:r>
                    </a:p>
                  </a:txBody>
                  <a:tcPr/>
                </a:tc>
                <a:extLst>
                  <a:ext uri="{0D108BD9-81ED-4DB2-BD59-A6C34878D82A}">
                    <a16:rowId xmlns:a16="http://schemas.microsoft.com/office/drawing/2014/main" val="1067246905"/>
                  </a:ext>
                </a:extLst>
              </a:tr>
            </a:tbl>
          </a:graphicData>
        </a:graphic>
      </p:graphicFrame>
    </p:spTree>
    <p:extLst>
      <p:ext uri="{BB962C8B-B14F-4D97-AF65-F5344CB8AC3E}">
        <p14:creationId xmlns:p14="http://schemas.microsoft.com/office/powerpoint/2010/main" val="2545824617"/>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28FFB-618C-2AFC-B941-22720E6F7F68}"/>
              </a:ext>
            </a:extLst>
          </p:cNvPr>
          <p:cNvSpPr>
            <a:spLocks noGrp="1"/>
          </p:cNvSpPr>
          <p:nvPr>
            <p:ph type="title"/>
          </p:nvPr>
        </p:nvSpPr>
        <p:spPr/>
        <p:txBody>
          <a:bodyPr/>
          <a:lstStyle/>
          <a:p>
            <a:r>
              <a:rPr lang="en-US" dirty="0" err="1"/>
              <a:t>Kết</a:t>
            </a:r>
            <a:r>
              <a:rPr lang="en-US" dirty="0"/>
              <a:t> </a:t>
            </a:r>
            <a:r>
              <a:rPr lang="en-US" dirty="0" err="1"/>
              <a:t>luận</a:t>
            </a:r>
            <a:endParaRPr lang="en-US" dirty="0"/>
          </a:p>
        </p:txBody>
      </p:sp>
      <p:sp>
        <p:nvSpPr>
          <p:cNvPr id="3" name="Content Placeholder 2">
            <a:extLst>
              <a:ext uri="{FF2B5EF4-FFF2-40B4-BE49-F238E27FC236}">
                <a16:creationId xmlns:a16="http://schemas.microsoft.com/office/drawing/2014/main" id="{3F217439-1699-4FF3-47EB-0E8FE315FBC1}"/>
              </a:ext>
            </a:extLst>
          </p:cNvPr>
          <p:cNvSpPr>
            <a:spLocks noGrp="1"/>
          </p:cNvSpPr>
          <p:nvPr>
            <p:ph idx="1"/>
          </p:nvPr>
        </p:nvSpPr>
        <p:spPr>
          <a:xfrm>
            <a:off x="677334" y="1488613"/>
            <a:ext cx="11237162" cy="3880773"/>
          </a:xfrm>
        </p:spPr>
        <p:txBody>
          <a:bodyPr>
            <a:normAutofit/>
          </a:bodyPr>
          <a:lstStyle/>
          <a:p>
            <a:r>
              <a:rPr lang="vi-VN" sz="2400" dirty="0"/>
              <a:t>“Phú Quốc không chỉ là nơi nghỉ dưỡng mà còn là hành trình khám phá vẻ đẹp của thiên nhiên và con người Việt Nam.”</a:t>
            </a:r>
            <a:endParaRPr lang="en-US" sz="2400" dirty="0"/>
          </a:p>
          <a:p>
            <a:r>
              <a:rPr lang="vi-VN" sz="2400" dirty="0"/>
              <a:t>Phú Quốc được ví như "viên ngọc của Đông Nam Á" với vẻ đẹp của biển xanh, cát trắng, rừng nguyên sinh, cùng nền ẩm thực đặc sắc và con người hiền hòa. Hòn đảo này mang đến trải nghiệm đa dạng từ nghỉ dưỡng sang trọng, phiêu lưu khám phá đến thưởng thức đặc sản biển tươi ngon như gỏi cá trích, ghẹ, và nước mắm nổi tiếng</a:t>
            </a:r>
            <a:r>
              <a:rPr lang="vi-VN" sz="2400" b="0" i="0" dirty="0">
                <a:solidFill>
                  <a:srgbClr val="0A0A0A"/>
                </a:solidFill>
                <a:effectLst/>
                <a:latin typeface="Google Sans"/>
              </a:rPr>
              <a:t>. </a:t>
            </a:r>
            <a:endParaRPr lang="en-US" sz="2400" dirty="0"/>
          </a:p>
        </p:txBody>
      </p:sp>
      <p:pic>
        <p:nvPicPr>
          <p:cNvPr id="5" name="Picture 4">
            <a:extLst>
              <a:ext uri="{FF2B5EF4-FFF2-40B4-BE49-F238E27FC236}">
                <a16:creationId xmlns:a16="http://schemas.microsoft.com/office/drawing/2014/main" id="{9386DC64-C470-73AB-490A-54D39F68F1F2}"/>
              </a:ext>
            </a:extLst>
          </p:cNvPr>
          <p:cNvPicPr>
            <a:picLocks noChangeAspect="1"/>
          </p:cNvPicPr>
          <p:nvPr/>
        </p:nvPicPr>
        <p:blipFill>
          <a:blip r:embed="rId2"/>
          <a:stretch>
            <a:fillRect/>
          </a:stretch>
        </p:blipFill>
        <p:spPr>
          <a:xfrm>
            <a:off x="677334" y="4441966"/>
            <a:ext cx="6277828" cy="2190465"/>
          </a:xfrm>
          <a:prstGeom prst="rect">
            <a:avLst/>
          </a:prstGeom>
        </p:spPr>
      </p:pic>
      <p:pic>
        <p:nvPicPr>
          <p:cNvPr id="7" name="Picture 6" descr="A city next to the water&#10;&#10;AI-generated content may be incorrect.">
            <a:extLst>
              <a:ext uri="{FF2B5EF4-FFF2-40B4-BE49-F238E27FC236}">
                <a16:creationId xmlns:a16="http://schemas.microsoft.com/office/drawing/2014/main" id="{6BC35BF6-CAD3-E81C-8723-7775EEBA58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51231" y="4410563"/>
            <a:ext cx="3845541" cy="2221868"/>
          </a:xfrm>
          <a:prstGeom prst="rect">
            <a:avLst/>
          </a:prstGeom>
        </p:spPr>
      </p:pic>
    </p:spTree>
    <p:extLst>
      <p:ext uri="{BB962C8B-B14F-4D97-AF65-F5344CB8AC3E}">
        <p14:creationId xmlns:p14="http://schemas.microsoft.com/office/powerpoint/2010/main" val="2280167106"/>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1000"/>
                                        <p:tgtEl>
                                          <p:spTgt spid="3">
                                            <p:txEl>
                                              <p:pRg st="0" end="0"/>
                                            </p:txEl>
                                          </p:spTgt>
                                        </p:tgtEl>
                                      </p:cBhvr>
                                    </p:animEffect>
                                    <p:anim calcmode="lin" valueType="num">
                                      <p:cBhvr>
                                        <p:cTn id="1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3">
                                            <p:txEl>
                                              <p:pRg st="1" end="1"/>
                                            </p:txEl>
                                          </p:spTgt>
                                        </p:tgtEl>
                                        <p:attrNameLst>
                                          <p:attrName>style.visibility</p:attrName>
                                        </p:attrNameLst>
                                      </p:cBhvr>
                                      <p:to>
                                        <p:strVal val="visible"/>
                                      </p:to>
                                    </p:set>
                                    <p:animEffect transition="in" filter="fade">
                                      <p:cBhvr>
                                        <p:cTn id="24" dur="1000"/>
                                        <p:tgtEl>
                                          <p:spTgt spid="3">
                                            <p:txEl>
                                              <p:pRg st="1" end="1"/>
                                            </p:txEl>
                                          </p:spTgt>
                                        </p:tgtEl>
                                      </p:cBhvr>
                                    </p:animEffect>
                                    <p:anim calcmode="lin" valueType="num">
                                      <p:cBhvr>
                                        <p:cTn id="2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22</TotalTime>
  <Words>218</Words>
  <Application>Microsoft Office PowerPoint</Application>
  <PresentationFormat>Widescreen</PresentationFormat>
  <Paragraphs>24</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Google Sans</vt:lpstr>
      <vt:lpstr>Trebuchet MS</vt:lpstr>
      <vt:lpstr>Wingdings 3</vt:lpstr>
      <vt:lpstr>Facet</vt:lpstr>
      <vt:lpstr>Khám phá Bãi biển Phú Quốc</vt:lpstr>
      <vt:lpstr>Giới thiệu chung</vt:lpstr>
      <vt:lpstr>Các điểm nổi bật</vt:lpstr>
      <vt:lpstr>Bảng thông tin</vt:lpstr>
      <vt:lpstr>Kết luận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Nguyen Tran</dc:creator>
  <cp:lastModifiedBy>Nguyen Tran</cp:lastModifiedBy>
  <cp:revision>1</cp:revision>
  <dcterms:created xsi:type="dcterms:W3CDTF">2025-11-09T02:35:53Z</dcterms:created>
  <dcterms:modified xsi:type="dcterms:W3CDTF">2025-11-09T02:58:12Z</dcterms:modified>
</cp:coreProperties>
</file>